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aleway"/>
      <p:regular r:id="rId33"/>
      <p:bold r:id="rId34"/>
      <p:italic r:id="rId35"/>
      <p:boldItalic r:id="rId36"/>
    </p:embeddedFont>
    <p:embeddedFont>
      <p:font typeface="Hanken Grotesk"/>
      <p:regular r:id="rId37"/>
      <p:bold r:id="rId38"/>
      <p:italic r:id="rId39"/>
      <p:boldItalic r:id="rId40"/>
    </p:embeddedFont>
    <p:embeddedFont>
      <p:font typeface="Raleway ExtraBold"/>
      <p:bold r:id="rId41"/>
      <p:boldItalic r:id="rId42"/>
    </p:embeddedFont>
    <p:embeddedFont>
      <p:font typeface="Proxima Nova"/>
      <p:regular r:id="rId43"/>
      <p:bold r:id="rId44"/>
      <p:italic r:id="rId45"/>
      <p:boldItalic r:id="rId46"/>
    </p:embeddedFont>
    <p:embeddedFont>
      <p:font typeface="Anaheim"/>
      <p:regular r:id="rId47"/>
      <p:bold r:id="rId48"/>
    </p:embeddedFont>
    <p:embeddedFont>
      <p:font typeface="Bebas Neue"/>
      <p:regular r:id="rId49"/>
    </p:embeddedFont>
    <p:embeddedFont>
      <p:font typeface="Raleway Black"/>
      <p:bold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249819-4351-48F2-AAB5-039C0532DF4C}">
  <a:tblStyle styleId="{36249819-4351-48F2-AAB5-039C0532DF4C}"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boldItalic.fntdata"/><Relationship Id="rId42" Type="http://schemas.openxmlformats.org/officeDocument/2006/relationships/font" Target="fonts/RalewayExtraBold-boldItalic.fntdata"/><Relationship Id="rId41" Type="http://schemas.openxmlformats.org/officeDocument/2006/relationships/font" Target="fonts/RalewayExtraBold-bold.fntdata"/><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naheim-bold.fntdata"/><Relationship Id="rId47" Type="http://schemas.openxmlformats.org/officeDocument/2006/relationships/font" Target="fonts/Anaheim-regular.fntdata"/><Relationship Id="rId49" Type="http://schemas.openxmlformats.org/officeDocument/2006/relationships/font" Target="fonts/BebasNeu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Raleway-regular.fntdata"/><Relationship Id="rId32" Type="http://schemas.openxmlformats.org/officeDocument/2006/relationships/slide" Target="slides/slide26.xml"/><Relationship Id="rId35" Type="http://schemas.openxmlformats.org/officeDocument/2006/relationships/font" Target="fonts/Raleway-italic.fntdata"/><Relationship Id="rId34" Type="http://schemas.openxmlformats.org/officeDocument/2006/relationships/font" Target="fonts/Raleway-bold.fntdata"/><Relationship Id="rId37" Type="http://schemas.openxmlformats.org/officeDocument/2006/relationships/font" Target="fonts/HankenGrotesk-regular.fntdata"/><Relationship Id="rId36" Type="http://schemas.openxmlformats.org/officeDocument/2006/relationships/font" Target="fonts/Raleway-boldItalic.fntdata"/><Relationship Id="rId39" Type="http://schemas.openxmlformats.org/officeDocument/2006/relationships/font" Target="fonts/HankenGrotesk-italic.fntdata"/><Relationship Id="rId38" Type="http://schemas.openxmlformats.org/officeDocument/2006/relationships/font" Target="fonts/HankenGrotesk-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Black-boldItalic.fntdata"/><Relationship Id="rId50" Type="http://schemas.openxmlformats.org/officeDocument/2006/relationships/font" Target="fonts/RalewayBlack-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576a45fa49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576a45fa49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morning Professors. I'm Yu Quan, and I'll be presenting on my Final Year Project,</a:t>
            </a:r>
            <a:endParaRPr/>
          </a:p>
          <a:p>
            <a:pPr indent="0" lvl="0" marL="0" rtl="0" algn="l">
              <a:spcBef>
                <a:spcPts val="0"/>
              </a:spcBef>
              <a:spcAft>
                <a:spcPts val="0"/>
              </a:spcAft>
              <a:buNone/>
            </a:pPr>
            <a:r>
              <a:rPr lang="en"/>
              <a:t>DiffusionDesk: Diffusion Models for Intelligent Image Editing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Clr>
                <a:schemeClr val="dk1"/>
              </a:buClr>
              <a:buSzPts val="1100"/>
              <a:buFont typeface="Arial"/>
              <a:buNone/>
            </a:pPr>
            <a:r>
              <a:rPr lang="en"/>
              <a:t>I'll cover the problem and motivation, the literature behind diffusion-based</a:t>
            </a:r>
            <a:endParaRPr/>
          </a:p>
          <a:p>
            <a:pPr indent="0" lvl="0" marL="0" rtl="0" algn="l">
              <a:spcBef>
                <a:spcPts val="0"/>
              </a:spcBef>
              <a:spcAft>
                <a:spcPts val="0"/>
              </a:spcAft>
              <a:buClr>
                <a:schemeClr val="dk1"/>
              </a:buClr>
              <a:buSzPts val="1100"/>
              <a:buFont typeface="Arial"/>
              <a:buNone/>
            </a:pPr>
            <a:r>
              <a:rPr lang="en"/>
              <a:t>editing, how I designed and built the system, then run a demostration around the</a:t>
            </a:r>
            <a:endParaRPr/>
          </a:p>
          <a:p>
            <a:pPr indent="0" lvl="0" marL="0" rtl="0" algn="l">
              <a:spcBef>
                <a:spcPts val="0"/>
              </a:spcBef>
              <a:spcAft>
                <a:spcPts val="0"/>
              </a:spcAft>
              <a:buNone/>
            </a:pPr>
            <a:r>
              <a:rPr lang="en"/>
              <a:t>midpoint, before closing with results, learnings, and future work.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e6e25b22a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e6e25b22a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Starting off with background and motivation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The AI image generation market is growing 17.7% per year, but accessible unified tooling has not caught up. </a:t>
            </a:r>
            <a:r>
              <a:rPr lang="en">
                <a:solidFill>
                  <a:schemeClr val="dk1"/>
                </a:solidFill>
              </a:rPr>
              <a:t>Current existing solutions have 4 key issues that needs to be addressed. Firstly, existing tools uses non diffusion based models to fill edited regions and they tend to lead to poor results due to poor spatial and structural understanding of the image. Secondly, different applications are required for the varying editing task. Thirdly, the learning curve of such tools are also very high for first time users. Last but not least, the hardware requirement for existing tools is also another barrier for users.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e6e25b22a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e6e25b22a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that in mind, i present the project </a:t>
            </a:r>
            <a:r>
              <a:rPr lang="en"/>
              <a:t>objective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e6e25b22a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e6e25b22a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goal of this project is to create a unified web based application that mainly provides 3 image editing features. They are image inpainting, style transfer and restoration. The web application aims to address the 4 problems highlighted. The web application will unify all 3 image editing tools, provide a simple and </a:t>
            </a:r>
            <a:r>
              <a:rPr lang="en"/>
              <a:t>intuitive</a:t>
            </a:r>
            <a:r>
              <a:rPr lang="en"/>
              <a:t> UI and also a </a:t>
            </a:r>
            <a:r>
              <a:rPr lang="en"/>
              <a:t>responsive</a:t>
            </a:r>
            <a:r>
              <a:rPr lang="en"/>
              <a:t> tool that we will measure.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e6e25b22a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e6e25b22a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Moving onto the literature review</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diffusion models used in this entire project are </a:t>
            </a:r>
            <a:r>
              <a:rPr lang="en"/>
              <a:t>heavily</a:t>
            </a:r>
            <a:r>
              <a:rPr lang="en"/>
              <a:t> dependent on this 3 main paper. </a:t>
            </a:r>
            <a:r>
              <a:rPr lang="en"/>
              <a:t>Firstly, the DDPM paper main contribution was the idea of learning to reverse a noise process: forward, we add noise; backward, the model denoises step by step. The paper established this with 1000 steps. Within the same year, the DDIM paper found a Non-Markovvian Sampling way which reduces the number of steps to 20-100, making it interactive. The third paper which is the latent diffusion model paper, was the paper that managed to reduce the computation cost by moving it into a compressed latent space, allowing the larger diffusion models to run on consumer gpu which inherently have lesser VRAM.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184d99d1a7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184d99d1a7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Moving onto the inpainting models literature review. In total, I am proposing the used of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Three enabling techniques bridge raw diffusion to controllable image editing:</a:t>
            </a:r>
            <a:endParaRPr/>
          </a:p>
          <a:p>
            <a:pPr indent="0" lvl="0" marL="0" rtl="0" algn="l">
              <a:spcBef>
                <a:spcPts val="0"/>
              </a:spcBef>
              <a:spcAft>
                <a:spcPts val="0"/>
              </a:spcAft>
              <a:buClr>
                <a:schemeClr val="dk1"/>
              </a:buClr>
              <a:buSzPts val="1100"/>
              <a:buFont typeface="Arial"/>
              <a:buNone/>
            </a:pPr>
            <a:r>
              <a:rPr lang="en"/>
              <a:t>classifier-free guidance, which is the guidance-scale slider users see; CLIP,</a:t>
            </a:r>
            <a:endParaRPr/>
          </a:p>
          <a:p>
            <a:pPr indent="0" lvl="0" marL="0" rtl="0" algn="l">
              <a:spcBef>
                <a:spcPts val="0"/>
              </a:spcBef>
              <a:spcAft>
                <a:spcPts val="0"/>
              </a:spcAft>
              <a:buClr>
                <a:schemeClr val="dk1"/>
              </a:buClr>
              <a:buSzPts val="1100"/>
              <a:buFont typeface="Arial"/>
              <a:buNone/>
            </a:pPr>
            <a:r>
              <a:rPr lang="en"/>
              <a:t>which embeds text prompts; and Diffusion Transformers, the new backbone behind</a:t>
            </a:r>
            <a:endParaRPr/>
          </a:p>
          <a:p>
            <a:pPr indent="0" lvl="0" marL="0" rtl="0" algn="l">
              <a:spcBef>
                <a:spcPts val="0"/>
              </a:spcBef>
              <a:spcAft>
                <a:spcPts val="0"/>
              </a:spcAft>
              <a:buClr>
                <a:schemeClr val="dk1"/>
              </a:buClr>
              <a:buSzPts val="1100"/>
              <a:buFont typeface="Arial"/>
              <a:buNone/>
            </a:pPr>
            <a:r>
              <a:rPr lang="en"/>
              <a:t>FLUX.1. I integrate four inpainting models spanning 860 million to 12 billion</a:t>
            </a:r>
            <a:endParaRPr/>
          </a:p>
          <a:p>
            <a:pPr indent="0" lvl="0" marL="0" rtl="0" algn="l">
              <a:spcBef>
                <a:spcPts val="0"/>
              </a:spcBef>
              <a:spcAft>
                <a:spcPts val="0"/>
              </a:spcAft>
              <a:buNone/>
            </a:pPr>
            <a:r>
              <a:rPr lang="en"/>
              <a:t>parameters, giving users a quality-vs-VRAM trade-off.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e25b22a3_5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e6e25b22a3_5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For style transfer, I am using diffusion based image-to-image models. The main idea, introduced by the SDEdit paper from Meng in 2022, is that we don't need a separate model for style transfer — we can reuse the same diffusion process. Instead of starting from pure noise, we encode the input image, add noise partially controlled by a strength parameter, then denoise with a style prompt. This allows arbitrary text-driven styles without any per-style training. I integrate two img2img variants — SDXL for higher quality at 1024 by 1024, and SD 1.5 as a lightweight fallback that runs without quantisation.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dbfadb3fa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3dbfadb3fa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For restoration, I am using three non-diffusion models. They are used because they are optimised for the inverse problem — recovering existing detail rather than generating new content. CodeFormer uses a VQ codebook with a Transformer, and exposes a fidelity weight that controls the trade-off between identity preservation and output quality. GFPGAN uses a StyleGAN2 prior with facial component dictionaries — sharper output but better suited for moderate degradation. Real-ESRGAN runs after face restoration as an optional 2x or 4x upscaling step. The three foundation papers behind these are StyleGAN2 by Karras 2020, ESRGAN by Wang 2018, and the original VQ-VAE codebook paper by van den Oord in 2017.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e6e25b22a3_5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e6e25b22a3_5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With the literature covered, moving onto the system design and implementation.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e6fa34b5e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e6fa34b5e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The system follows a standard client-server SPA plus REST pattern. The frontend is a React 19 SPA, while the backend is FastAPI running on a Colab GPU and exposed publicly through an ngrok tunnel. The backend itself is split into three layers — the routers handle endpoint contracts, the schemas validate inputs with Pydantic, and the services hold the singleton ML pipelines. To deal with the long model loading time, models are lazy-loaded on first request and cached in memory keyed by name and quantisation level — so the cold start of 30 to 60 seconds happens once per session, and every subsequent request is nearly instant. All transport is done in JSON with base64-encoded images — a single self-contained payload that simplifies retries and keeps the API contract clean.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e6fa34b5e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3e6fa34b5e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On the tech stack, PyTorch was the obvious choice because the Diffusers library and bitsandbytes are both PyTorch-native, and every model i needed already lives on Hugging Face Hub. FastAPI was chosen over Flask or Django because of native async, automatic Pydantic validation, and auto-generated Swagger docs without ORM bloat. On the frontend, React 19 with TypeScript and Vite gives me type safety end-to-end and fast hot-module reload. The bitsandbytes quantisation choice is the linchpin of the whole stack — without it, FLUX.1 Fill simply does not run on free Colab.</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e6e25b22a3_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e6e25b22a3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Now moving onto the live demonstration. I will walk through the three main features — inpainting, style transfer, and restoration — using pre-loaded test images on the running web application. The Colab backend is already pre-warmed with the lighter models so we don't have to wait on cold starts.</a:t>
            </a:r>
            <a:endParaRPr/>
          </a:p>
          <a:p>
            <a:pPr indent="0" lvl="0" marL="0" rtl="0" algn="l">
              <a:spcBef>
                <a:spcPts val="0"/>
              </a:spcBef>
              <a:spcAft>
                <a:spcPts val="0"/>
              </a:spcAft>
              <a:buClr>
                <a:schemeClr val="dk1"/>
              </a:buClr>
              <a:buFont typeface="Arial"/>
              <a:buNone/>
            </a:pPr>
            <a:r>
              <a:rPr lang="en">
                <a:solidFill>
                  <a:schemeClr val="dk1"/>
                </a:solidFill>
              </a:rPr>
              <a:t>DEMO 1 — INPAINTING (Object Removal). I'm uploading a photo of a single rowboat on a calm lake at dusk. Using the brush tool, I will mask both the boat and its dark reflection in the water — masking only the boat would leave the reflection as a giveaway. With the SD Inpainting model selected and the prompt 'calm empty lake water at sunset, smooth reflection, peaceful', I click Generate. While the request runs, the React frontend sends a base64 JSON payload to FastAPI on Colab. The backend decodes it, runs a 30-step DDIM denoising loop on the masked latent, and returns the result. Here you can see the boat and its reflection have been replaced with continuous water — a clean object removal demonstrating SD Inpainting's ability to fill the masked region using surrounding context.</a:t>
            </a:r>
            <a:endParaRPr/>
          </a:p>
          <a:p>
            <a:pPr indent="0" lvl="0" marL="0" rtl="0" algn="l">
              <a:spcBef>
                <a:spcPts val="0"/>
              </a:spcBef>
              <a:spcAft>
                <a:spcPts val="0"/>
              </a:spcAft>
              <a:buClr>
                <a:schemeClr val="dk1"/>
              </a:buClr>
              <a:buFont typeface="Arial"/>
              <a:buNone/>
            </a:pPr>
            <a:r>
              <a:rPr lang="en">
                <a:solidFill>
                  <a:schemeClr val="dk1"/>
                </a:solidFill>
              </a:rPr>
              <a:t>DEMO 2 — STYLE TRANSFER (Cyberpunk). Next, I switch to the Style Transfer tab and upload a photo of a snow-capped mountain in fog. I select the Cyberpunk preset. One important adjustment here — the cyberpunk style is semantically very far from a mountain landscape, so at the default strength of 0.6 the model would reinterpret the scene too aggressively, often turning it into a cityscape. I am lowering strength to 0.4 and guidance scale to 5.0, which keeps the mountain silhouette anchored while still injecting the cyberpunk colour palette. Click Generate. The result preserves the same mountain composition but reinterpreted with neon accents and vibrant colours — a useful illustration of how the strength parameter trades off between style intensity and composition preservation.</a:t>
            </a:r>
            <a:endParaRPr/>
          </a:p>
          <a:p>
            <a:pPr indent="0" lvl="0" marL="0" rtl="0" algn="l">
              <a:spcBef>
                <a:spcPts val="0"/>
              </a:spcBef>
              <a:spcAft>
                <a:spcPts val="0"/>
              </a:spcAft>
              <a:buClr>
                <a:schemeClr val="dk1"/>
              </a:buClr>
              <a:buFont typeface="Arial"/>
              <a:buNone/>
            </a:pPr>
            <a:r>
              <a:rPr lang="en">
                <a:solidFill>
                  <a:schemeClr val="dk1"/>
                </a:solidFill>
              </a:rPr>
              <a:t>DEMO 3 — RESTORATION. Finally, I switch to the Restoration tab and upload a vintage sepia portrait of two women — with visible scratches, faded edges, and soft focus. I select CodeFormer with fidelity 0.5, and 2x upscale via Real-ESRGAN as the background upsampler. No prompt is needed — restoration uses non-diffusion models that are optimised for the inverse problem of recovering existing detail rather than generating new content. CodeFormer's face-detection step finds both faces independently, enhances each one through the VQ codebook, and pastes them back onto the Real-ESRGAN upscaled background. In a few seconds we see both faces sharpened with eyes, hair, and mouth detail recovered, while the original sepia tone and aged character of the photograph are preserved.</a:t>
            </a:r>
            <a:endParaRPr/>
          </a:p>
          <a:p>
            <a:pPr indent="0" lvl="0" marL="0" rtl="0" algn="l">
              <a:spcBef>
                <a:spcPts val="0"/>
              </a:spcBef>
              <a:spcAft>
                <a:spcPts val="0"/>
              </a:spcAft>
              <a:buClr>
                <a:schemeClr val="dk1"/>
              </a:buClr>
              <a:buFont typeface="Arial"/>
              <a:buNone/>
            </a:pPr>
            <a:r>
              <a:rPr lang="en">
                <a:solidFill>
                  <a:schemeClr val="dk1"/>
                </a:solidFill>
              </a:rPr>
              <a:t>That concludes the live demonstration. All three features ran successfully on the free Colab T4 in under a minute each. Now back to the slides for the results discussion.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e6e25b22a3_5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e6e25b22a3_5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With the demo completed, moving onto the results and evaluation section.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e6fa34b5e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e6fa34b5e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Across four representative test cases, FLUX.1 Fill consistently produced the cleanest mask boundaries — the mountain peak case shows zero visible seam between the generated sky and the surrounding rock. SDXL handled the larger mask cases like replacing the vintage car with a cobblestone road, with sharp and perspective-consistent fills. SD 1.5 was the workhorse for the simpler removal — clearing the beachgoers from the sand. Kandinsky 2.2 surfaces a documented limitation here: its CLIP image-prior architecture prioritises semantic plausibility over pixel-level coherence with the surrounding region, so when i asked it to fill grasses with ocean water, the colours don't quite match at the boundary. I am reporting this openly in the report rather than cherry-picking the results.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dbfadb3fa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dbfadb3fa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For visual evidence on the inpainting feature, here are the side-by-side before and after results. As mentioned, FLUX.1 Fill blends seamlessly across the mountain peak boundary even at 4-bit NF4 quantisation, while Kandinsky's colour mismatch is visible at the coastal grasses example.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e7a7e170b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e7a7e170b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For style transfer, both test cases use SDXL img2img at strength 0.6. The portrait converted to anime preserves the subject's pose, sunglasses, and clothing while transforming the aesthetic — the composition stays intact. The landscape converted to oil painting shows convincing brushstrokes and impasto-like texture, but the mountains and waterfall remain in the same positions. This is the strength of img2img — composition is preserved while only the style is transformed.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e7a7e170b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e7a7e170b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For restoration, the toddler face shows what CodeFormer paired with 4x Real-ESRGAN can do. Facial features sharpen, the resolution quadruples, and the subject is still recognisable as the same person. Fidelity 0.5 was the sweet spot here — high enough quality, with strong identity preservation.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7a7e170b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e7a7e170b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Looking at performance, all seven configurations complete a single inference in under a minute on the free Colab T4. SD 1.5 inpainting is the fastest at 8 to 12 seconds, while FLUX.1 Fill is the slowest at 30 to 50 seconds — which is why i avoid demoing it live, but it does produce the highest quality results. The lightweight restoration models run in 3 to 10 seconds, which makes the app feel responsive for the most common use cases. The headline number here is the FLUX.1 Fill row — 10 gigabytes of VRAM after NF4 quantisation, fitting comfortably within the free 15 gigabyte tier.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e7a7e170b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e7a7e170b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Moving onto the difficulties faced and the future work.</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e7a7e170b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3e7a7e170b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Three difficulties stood out and shaped the architecture. Firstly, GPU memory constraints — the free Colab T4 only has 15 gigabytes, while FLUX.1 Fill needs 24. I solved this through layered quantisation — bitsandbytes NF4 plus attention slicing plus CPU offload. Secondly, model loading latency, which takes 30 to 60 seconds — solved with an in-memory cache keyed by model name and quantisation, so users only pay that cost once per session. Thirdly, the canvas coordinate scaling — a small but stubborn UI bug solved with a canvasScale factor and a ResizeObserver. Beyond the deliverables, the most valuable thing i take away from this project is hands-on experience with practical diffusion model inference, quantisation engineering, and full-stack ML deployment.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ddd4feb17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ddd4feb17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For future work, four extensions stand out. Text-to-image generation is the most natural next step since the inference infrastructure already exists. ControlNet integration would add edge, depth, or pose conditioning for finer spatial control. User authentication with editing history would unlock real-world workflows. And replacing ephemeral Colab with a persistent GPU host would make this production-deployable.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ddd4feb17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ddd4feb17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That brings me to the end of my presentation. Thank you for listening — i'm happy to take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15975" y="1999150"/>
            <a:ext cx="4384800" cy="1698900"/>
          </a:xfrm>
          <a:prstGeom prst="rect">
            <a:avLst/>
          </a:prstGeom>
          <a:noFill/>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3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115975" y="3719650"/>
            <a:ext cx="4384800" cy="3789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7612300" y="-540750"/>
            <a:ext cx="1111343" cy="1111343"/>
            <a:chOff x="8307725" y="278700"/>
            <a:chExt cx="1111343" cy="1111343"/>
          </a:xfrm>
        </p:grpSpPr>
        <p:sp>
          <p:nvSpPr>
            <p:cNvPr id="12" name="Google Shape;12;p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8208698" y="2109319"/>
            <a:ext cx="1160062" cy="247278"/>
            <a:chOff x="8208698" y="2109319"/>
            <a:chExt cx="1160062" cy="247278"/>
          </a:xfrm>
        </p:grpSpPr>
        <p:sp>
          <p:nvSpPr>
            <p:cNvPr id="15" name="Google Shape;15;p2"/>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flipH="1" rot="5400000">
            <a:off x="6277862" y="5350755"/>
            <a:ext cx="4486819" cy="625122"/>
            <a:chOff x="-78438" y="4073905"/>
            <a:chExt cx="4486819" cy="625122"/>
          </a:xfrm>
        </p:grpSpPr>
        <p:cxnSp>
          <p:nvCxnSpPr>
            <p:cNvPr id="18" name="Google Shape;18;p2"/>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19" name="Google Shape;19;p2"/>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rot="-5400000">
            <a:off x="8388339" y="1273396"/>
            <a:ext cx="493321" cy="357312"/>
            <a:chOff x="1722354" y="229144"/>
            <a:chExt cx="1748744" cy="1266614"/>
          </a:xfrm>
        </p:grpSpPr>
        <p:sp>
          <p:nvSpPr>
            <p:cNvPr id="22" name="Google Shape;22;p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3"/>
          <p:cNvSpPr txBox="1"/>
          <p:nvPr>
            <p:ph type="title"/>
          </p:nvPr>
        </p:nvSpPr>
        <p:spPr>
          <a:xfrm>
            <a:off x="1136800" y="2325725"/>
            <a:ext cx="3653400" cy="989400"/>
          </a:xfrm>
          <a:prstGeom prst="rect">
            <a:avLst/>
          </a:prstGeom>
          <a:noFill/>
        </p:spPr>
        <p:txBody>
          <a:bodyPr anchorCtr="0" anchor="ctr" bIns="91425" lIns="91425" spcFirstLastPara="1" rIns="91425" wrap="square" tIns="91425">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4790350" y="2279800"/>
            <a:ext cx="1343100" cy="9894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27" name="Google Shape;27;p3"/>
          <p:cNvGrpSpPr/>
          <p:nvPr/>
        </p:nvGrpSpPr>
        <p:grpSpPr>
          <a:xfrm rot="-5400000">
            <a:off x="3860412" y="-1906049"/>
            <a:ext cx="3859204" cy="615399"/>
            <a:chOff x="-6675" y="307100"/>
            <a:chExt cx="9140700" cy="4634025"/>
          </a:xfrm>
        </p:grpSpPr>
        <p:cxnSp>
          <p:nvCxnSpPr>
            <p:cNvPr id="28" name="Google Shape;28;p3"/>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9" name="Google Shape;29;p3"/>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0" name="Google Shape;30;p3"/>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1" name="Google Shape;31;p3"/>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2" name="Google Shape;32;p3"/>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3" name="Google Shape;33;p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4" name="Google Shape;34;p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 name="Google Shape;35;p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6" name="Google Shape;36;p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7" name="Google Shape;37;p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nvGrpSpPr>
          <p:cNvPr id="38" name="Google Shape;38;p3"/>
          <p:cNvGrpSpPr/>
          <p:nvPr/>
        </p:nvGrpSpPr>
        <p:grpSpPr>
          <a:xfrm>
            <a:off x="-415272" y="538801"/>
            <a:ext cx="7636891" cy="5144942"/>
            <a:chOff x="-415272" y="538801"/>
            <a:chExt cx="7636891" cy="5144942"/>
          </a:xfrm>
        </p:grpSpPr>
        <p:grpSp>
          <p:nvGrpSpPr>
            <p:cNvPr id="39" name="Google Shape;39;p3"/>
            <p:cNvGrpSpPr/>
            <p:nvPr/>
          </p:nvGrpSpPr>
          <p:grpSpPr>
            <a:xfrm>
              <a:off x="6110275" y="4572400"/>
              <a:ext cx="1111343" cy="1111343"/>
              <a:chOff x="8307725" y="278700"/>
              <a:chExt cx="1111343" cy="1111343"/>
            </a:xfrm>
          </p:grpSpPr>
          <p:sp>
            <p:nvSpPr>
              <p:cNvPr id="40" name="Google Shape;40;p3"/>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 name="Google Shape;42;p3"/>
            <p:cNvGrpSpPr/>
            <p:nvPr/>
          </p:nvGrpSpPr>
          <p:grpSpPr>
            <a:xfrm>
              <a:off x="-415272" y="538801"/>
              <a:ext cx="2027056" cy="586283"/>
              <a:chOff x="-415272" y="538801"/>
              <a:chExt cx="2027056" cy="586283"/>
            </a:xfrm>
          </p:grpSpPr>
          <p:sp>
            <p:nvSpPr>
              <p:cNvPr id="43" name="Google Shape;43;p3"/>
              <p:cNvSpPr/>
              <p:nvPr/>
            </p:nvSpPr>
            <p:spPr>
              <a:xfrm rot="-5400000">
                <a:off x="1352729" y="32286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rot="-5400000">
                <a:off x="-39071" y="673783"/>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sp>
        <p:nvSpPr>
          <p:cNvPr id="46" name="Google Shape;46;p4"/>
          <p:cNvSpPr txBox="1"/>
          <p:nvPr>
            <p:ph type="title"/>
          </p:nvPr>
        </p:nvSpPr>
        <p:spPr>
          <a:xfrm>
            <a:off x="720000" y="445025"/>
            <a:ext cx="7704000" cy="57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 name="Google Shape;47;p4"/>
          <p:cNvSpPr txBox="1"/>
          <p:nvPr>
            <p:ph idx="1" type="body"/>
          </p:nvPr>
        </p:nvSpPr>
        <p:spPr>
          <a:xfrm>
            <a:off x="720000" y="1056776"/>
            <a:ext cx="7704000" cy="421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grpSp>
        <p:nvGrpSpPr>
          <p:cNvPr id="48" name="Google Shape;48;p4"/>
          <p:cNvGrpSpPr/>
          <p:nvPr/>
        </p:nvGrpSpPr>
        <p:grpSpPr>
          <a:xfrm>
            <a:off x="188277" y="1651177"/>
            <a:ext cx="8669316" cy="2098194"/>
            <a:chOff x="188277" y="1651177"/>
            <a:chExt cx="8669316" cy="2098194"/>
          </a:xfrm>
        </p:grpSpPr>
        <p:sp>
          <p:nvSpPr>
            <p:cNvPr id="49" name="Google Shape;49;p4"/>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4"/>
            <p:cNvGrpSpPr/>
            <p:nvPr/>
          </p:nvGrpSpPr>
          <p:grpSpPr>
            <a:xfrm>
              <a:off x="188277" y="2983227"/>
              <a:ext cx="206891" cy="766144"/>
              <a:chOff x="8650702" y="3525402"/>
              <a:chExt cx="206891" cy="766144"/>
            </a:xfrm>
          </p:grpSpPr>
          <p:sp>
            <p:nvSpPr>
              <p:cNvPr id="52" name="Google Shape;52;p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 name="Google Shape;54;p4"/>
          <p:cNvGrpSpPr/>
          <p:nvPr/>
        </p:nvGrpSpPr>
        <p:grpSpPr>
          <a:xfrm>
            <a:off x="-1181862" y="-331600"/>
            <a:ext cx="11020270" cy="5673388"/>
            <a:chOff x="-1181862" y="-331600"/>
            <a:chExt cx="11020270" cy="5673388"/>
          </a:xfrm>
        </p:grpSpPr>
        <p:grpSp>
          <p:nvGrpSpPr>
            <p:cNvPr id="55" name="Google Shape;55;p4"/>
            <p:cNvGrpSpPr/>
            <p:nvPr/>
          </p:nvGrpSpPr>
          <p:grpSpPr>
            <a:xfrm>
              <a:off x="8873150" y="1130915"/>
              <a:ext cx="965258" cy="273510"/>
              <a:chOff x="-6675" y="2881558"/>
              <a:chExt cx="9140700" cy="2059567"/>
            </a:xfrm>
          </p:grpSpPr>
          <p:cxnSp>
            <p:nvCxnSpPr>
              <p:cNvPr id="56" name="Google Shape;56;p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7" name="Google Shape;57;p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 name="Google Shape;58;p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9" name="Google Shape;59;p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0" name="Google Shape;60;p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61" name="Google Shape;61;p4"/>
            <p:cNvSpPr/>
            <p:nvPr/>
          </p:nvSpPr>
          <p:spPr>
            <a:xfrm>
              <a:off x="8095400" y="-33160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med" w="med" type="none"/>
              <a:tailEnd len="med" w="med" type="none"/>
            </a:ln>
          </p:spPr>
        </p:sp>
        <p:grpSp>
          <p:nvGrpSpPr>
            <p:cNvPr id="62" name="Google Shape;62;p4"/>
            <p:cNvGrpSpPr/>
            <p:nvPr/>
          </p:nvGrpSpPr>
          <p:grpSpPr>
            <a:xfrm flipH="1" rot="10800000">
              <a:off x="8650689" y="182196"/>
              <a:ext cx="493321" cy="357312"/>
              <a:chOff x="1722354" y="229144"/>
              <a:chExt cx="1748744" cy="1266614"/>
            </a:xfrm>
          </p:grpSpPr>
          <p:sp>
            <p:nvSpPr>
              <p:cNvPr id="63" name="Google Shape;63;p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Google Shape;65;p4"/>
            <p:cNvSpPr/>
            <p:nvPr/>
          </p:nvSpPr>
          <p:spPr>
            <a:xfrm rot="5400000">
              <a:off x="-191675" y="348120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med" w="med" type="none"/>
              <a:tailEnd len="med" w="med" type="none"/>
            </a:ln>
          </p:spPr>
        </p:sp>
        <p:grpSp>
          <p:nvGrpSpPr>
            <p:cNvPr id="66" name="Google Shape;66;p4"/>
            <p:cNvGrpSpPr/>
            <p:nvPr/>
          </p:nvGrpSpPr>
          <p:grpSpPr>
            <a:xfrm flipH="1" rot="-5400000">
              <a:off x="159064" y="4046096"/>
              <a:ext cx="493321" cy="357312"/>
              <a:chOff x="1722354" y="229144"/>
              <a:chExt cx="1748744" cy="1266614"/>
            </a:xfrm>
          </p:grpSpPr>
          <p:sp>
            <p:nvSpPr>
              <p:cNvPr id="67" name="Google Shape;67;p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4"/>
            <p:cNvGrpSpPr/>
            <p:nvPr/>
          </p:nvGrpSpPr>
          <p:grpSpPr>
            <a:xfrm>
              <a:off x="-776975" y="4800515"/>
              <a:ext cx="965258" cy="273510"/>
              <a:chOff x="-6675" y="2881558"/>
              <a:chExt cx="9140700" cy="2059567"/>
            </a:xfrm>
          </p:grpSpPr>
          <p:cxnSp>
            <p:nvCxnSpPr>
              <p:cNvPr id="70" name="Google Shape;70;p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1" name="Google Shape;71;p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2" name="Google Shape;72;p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3" name="Google Shape;73;p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4" name="Google Shape;74;p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75" name="Google Shape;75;p4"/>
          <p:cNvGrpSpPr/>
          <p:nvPr/>
        </p:nvGrpSpPr>
        <p:grpSpPr>
          <a:xfrm>
            <a:off x="-142612" y="-168664"/>
            <a:ext cx="7919030" cy="2888968"/>
            <a:chOff x="-142612" y="-168664"/>
            <a:chExt cx="7919030" cy="2888968"/>
          </a:xfrm>
        </p:grpSpPr>
        <p:sp>
          <p:nvSpPr>
            <p:cNvPr id="76" name="Google Shape;76;p4"/>
            <p:cNvSpPr/>
            <p:nvPr/>
          </p:nvSpPr>
          <p:spPr>
            <a:xfrm rot="10800000">
              <a:off x="7736362" y="-1686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rot="5400000">
              <a:off x="57800" y="2479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9" name="Shape 79"/>
        <p:cNvGrpSpPr/>
        <p:nvPr/>
      </p:nvGrpSpPr>
      <p:grpSpPr>
        <a:xfrm>
          <a:off x="0" y="0"/>
          <a:ext cx="0" cy="0"/>
          <a:chOff x="0" y="0"/>
          <a:chExt cx="0" cy="0"/>
        </a:xfrm>
      </p:grpSpPr>
      <p:sp>
        <p:nvSpPr>
          <p:cNvPr id="80" name="Google Shape;8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81" name="Google Shape;81;p5"/>
          <p:cNvSpPr txBox="1"/>
          <p:nvPr>
            <p:ph idx="1" type="subTitle"/>
          </p:nvPr>
        </p:nvSpPr>
        <p:spPr>
          <a:xfrm>
            <a:off x="4861824" y="2438075"/>
            <a:ext cx="2610900" cy="14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2" name="Google Shape;82;p5"/>
          <p:cNvSpPr txBox="1"/>
          <p:nvPr>
            <p:ph idx="2" type="subTitle"/>
          </p:nvPr>
        </p:nvSpPr>
        <p:spPr>
          <a:xfrm>
            <a:off x="1671269" y="2438075"/>
            <a:ext cx="2610900" cy="14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3" name="Google Shape;83;p5"/>
          <p:cNvSpPr txBox="1"/>
          <p:nvPr>
            <p:ph idx="3" type="subTitle"/>
          </p:nvPr>
        </p:nvSpPr>
        <p:spPr>
          <a:xfrm>
            <a:off x="1671269" y="2041650"/>
            <a:ext cx="2610900" cy="48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84" name="Google Shape;84;p5"/>
          <p:cNvSpPr txBox="1"/>
          <p:nvPr>
            <p:ph idx="4" type="subTitle"/>
          </p:nvPr>
        </p:nvSpPr>
        <p:spPr>
          <a:xfrm>
            <a:off x="4861831" y="2041650"/>
            <a:ext cx="2610900" cy="48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85" name="Google Shape;85;p5"/>
          <p:cNvGrpSpPr/>
          <p:nvPr/>
        </p:nvGrpSpPr>
        <p:grpSpPr>
          <a:xfrm>
            <a:off x="188277" y="2438079"/>
            <a:ext cx="8669349" cy="1311292"/>
            <a:chOff x="188277" y="2438079"/>
            <a:chExt cx="8669349" cy="1311292"/>
          </a:xfrm>
        </p:grpSpPr>
        <p:sp>
          <p:nvSpPr>
            <p:cNvPr id="86" name="Google Shape;86;p5"/>
            <p:cNvSpPr/>
            <p:nvPr/>
          </p:nvSpPr>
          <p:spPr>
            <a:xfrm rot="10800000">
              <a:off x="8615635" y="29832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rot="10800000">
              <a:off x="8814510" y="24380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5"/>
            <p:cNvGrpSpPr/>
            <p:nvPr/>
          </p:nvGrpSpPr>
          <p:grpSpPr>
            <a:xfrm>
              <a:off x="188277" y="2983227"/>
              <a:ext cx="206891" cy="766144"/>
              <a:chOff x="8650702" y="3525402"/>
              <a:chExt cx="206891" cy="766144"/>
            </a:xfrm>
          </p:grpSpPr>
          <p:sp>
            <p:nvSpPr>
              <p:cNvPr id="89" name="Google Shape;89;p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 name="Google Shape;91;p5"/>
          <p:cNvGrpSpPr/>
          <p:nvPr/>
        </p:nvGrpSpPr>
        <p:grpSpPr>
          <a:xfrm>
            <a:off x="-2835749" y="5"/>
            <a:ext cx="12294866" cy="7634520"/>
            <a:chOff x="-2835749" y="5"/>
            <a:chExt cx="12294866" cy="7634520"/>
          </a:xfrm>
        </p:grpSpPr>
        <p:sp>
          <p:nvSpPr>
            <p:cNvPr id="92" name="Google Shape;92;p5"/>
            <p:cNvSpPr/>
            <p:nvPr/>
          </p:nvSpPr>
          <p:spPr>
            <a:xfrm flipH="1">
              <a:off x="-2835749" y="5"/>
              <a:ext cx="3174344" cy="5036488"/>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med" w="med" type="none"/>
              <a:tailEnd len="med" w="med" type="none"/>
            </a:ln>
          </p:spPr>
        </p:sp>
        <p:grpSp>
          <p:nvGrpSpPr>
            <p:cNvPr id="93" name="Google Shape;93;p5"/>
            <p:cNvGrpSpPr/>
            <p:nvPr/>
          </p:nvGrpSpPr>
          <p:grpSpPr>
            <a:xfrm rot="10800000">
              <a:off x="29436" y="1468071"/>
              <a:ext cx="493321" cy="357312"/>
              <a:chOff x="2199401" y="229144"/>
              <a:chExt cx="1748744" cy="1266614"/>
            </a:xfrm>
          </p:grpSpPr>
          <p:sp>
            <p:nvSpPr>
              <p:cNvPr id="94" name="Google Shape;94;p5"/>
              <p:cNvSpPr/>
              <p:nvPr/>
            </p:nvSpPr>
            <p:spPr>
              <a:xfrm rot="10800000">
                <a:off x="2716154"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rot="10800000">
                <a:off x="2199401"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5"/>
            <p:cNvSpPr/>
            <p:nvPr/>
          </p:nvSpPr>
          <p:spPr>
            <a:xfrm>
              <a:off x="8212964" y="3553070"/>
              <a:ext cx="1246152" cy="408145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med" w="med" type="none"/>
              <a:tailEnd len="med" w="med" type="none"/>
            </a:ln>
          </p:spPr>
        </p:sp>
        <p:grpSp>
          <p:nvGrpSpPr>
            <p:cNvPr id="97" name="Google Shape;97;p5"/>
            <p:cNvGrpSpPr/>
            <p:nvPr/>
          </p:nvGrpSpPr>
          <p:grpSpPr>
            <a:xfrm flipH="1">
              <a:off x="8212963" y="4702315"/>
              <a:ext cx="965258" cy="273510"/>
              <a:chOff x="-6675" y="2881558"/>
              <a:chExt cx="9140700" cy="2059567"/>
            </a:xfrm>
          </p:grpSpPr>
          <p:cxnSp>
            <p:nvCxnSpPr>
              <p:cNvPr id="98" name="Google Shape;98;p5"/>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99" name="Google Shape;99;p5"/>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00" name="Google Shape;100;p5"/>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01" name="Google Shape;101;p5"/>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02" name="Google Shape;102;p5"/>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103" name="Google Shape;103;p5"/>
          <p:cNvGrpSpPr/>
          <p:nvPr/>
        </p:nvGrpSpPr>
        <p:grpSpPr>
          <a:xfrm>
            <a:off x="342875" y="2524661"/>
            <a:ext cx="8713622" cy="1947138"/>
            <a:chOff x="342875" y="2524661"/>
            <a:chExt cx="8713622" cy="1947138"/>
          </a:xfrm>
        </p:grpSpPr>
        <p:sp>
          <p:nvSpPr>
            <p:cNvPr id="104" name="Google Shape;104;p5"/>
            <p:cNvSpPr/>
            <p:nvPr/>
          </p:nvSpPr>
          <p:spPr>
            <a:xfrm rot="5400000">
              <a:off x="8816029" y="423133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rot="10800000">
              <a:off x="342875" y="2524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9" name="Google Shape;109;p6"/>
          <p:cNvGrpSpPr/>
          <p:nvPr/>
        </p:nvGrpSpPr>
        <p:grpSpPr>
          <a:xfrm>
            <a:off x="713236" y="-1192757"/>
            <a:ext cx="8217269" cy="9624966"/>
            <a:chOff x="713236" y="-1192757"/>
            <a:chExt cx="8217269" cy="9624966"/>
          </a:xfrm>
        </p:grpSpPr>
        <p:grpSp>
          <p:nvGrpSpPr>
            <p:cNvPr id="110" name="Google Shape;110;p6"/>
            <p:cNvGrpSpPr/>
            <p:nvPr/>
          </p:nvGrpSpPr>
          <p:grpSpPr>
            <a:xfrm flipH="1" rot="5400000">
              <a:off x="-917001" y="6234248"/>
              <a:ext cx="3828199" cy="567724"/>
              <a:chOff x="-1181972" y="3591337"/>
              <a:chExt cx="3497989" cy="518706"/>
            </a:xfrm>
          </p:grpSpPr>
          <p:cxnSp>
            <p:nvCxnSpPr>
              <p:cNvPr id="111" name="Google Shape;111;p6"/>
              <p:cNvCxnSpPr/>
              <p:nvPr/>
            </p:nvCxnSpPr>
            <p:spPr>
              <a:xfrm>
                <a:off x="308728" y="2619343"/>
                <a:ext cx="0" cy="2981400"/>
              </a:xfrm>
              <a:prstGeom prst="straightConnector1">
                <a:avLst/>
              </a:prstGeom>
              <a:noFill/>
              <a:ln cap="flat" cmpd="sng" w="9525">
                <a:solidFill>
                  <a:schemeClr val="accent1"/>
                </a:solidFill>
                <a:prstDash val="solid"/>
                <a:round/>
                <a:headEnd len="med" w="med" type="none"/>
                <a:tailEnd len="med" w="med" type="none"/>
              </a:ln>
            </p:spPr>
          </p:cxnSp>
          <p:cxnSp>
            <p:nvCxnSpPr>
              <p:cNvPr id="112" name="Google Shape;112;p6"/>
              <p:cNvCxnSpPr/>
              <p:nvPr/>
            </p:nvCxnSpPr>
            <p:spPr>
              <a:xfrm rot="-5400000">
                <a:off x="1795201" y="3757993"/>
                <a:ext cx="357300" cy="346800"/>
              </a:xfrm>
              <a:prstGeom prst="straightConnector1">
                <a:avLst/>
              </a:prstGeom>
              <a:noFill/>
              <a:ln cap="flat" cmpd="sng" w="9525">
                <a:solidFill>
                  <a:schemeClr val="accent1"/>
                </a:solidFill>
                <a:prstDash val="solid"/>
                <a:round/>
                <a:headEnd len="med" w="med" type="none"/>
                <a:tailEnd len="med" w="med" type="none"/>
              </a:ln>
            </p:spPr>
          </p:cxnSp>
          <p:sp>
            <p:nvSpPr>
              <p:cNvPr id="113" name="Google Shape;113;p6"/>
              <p:cNvSpPr/>
              <p:nvPr/>
            </p:nvSpPr>
            <p:spPr>
              <a:xfrm>
                <a:off x="2122592" y="3591337"/>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6"/>
            <p:cNvGrpSpPr/>
            <p:nvPr/>
          </p:nvGrpSpPr>
          <p:grpSpPr>
            <a:xfrm>
              <a:off x="6549025" y="-95200"/>
              <a:ext cx="2381480" cy="750487"/>
              <a:chOff x="6549025" y="-95200"/>
              <a:chExt cx="2381480" cy="750487"/>
            </a:xfrm>
          </p:grpSpPr>
          <p:grpSp>
            <p:nvGrpSpPr>
              <p:cNvPr id="115" name="Google Shape;115;p6"/>
              <p:cNvGrpSpPr/>
              <p:nvPr/>
            </p:nvGrpSpPr>
            <p:grpSpPr>
              <a:xfrm rot="-5400000">
                <a:off x="8505189" y="229971"/>
                <a:ext cx="493321" cy="357312"/>
                <a:chOff x="1722354" y="229144"/>
                <a:chExt cx="1748744" cy="1266614"/>
              </a:xfrm>
            </p:grpSpPr>
            <p:sp>
              <p:nvSpPr>
                <p:cNvPr id="116" name="Google Shape;116;p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 name="Google Shape;118;p6"/>
              <p:cNvSpPr/>
              <p:nvPr/>
            </p:nvSpPr>
            <p:spPr>
              <a:xfrm>
                <a:off x="6549025" y="-95200"/>
                <a:ext cx="2381475" cy="429625"/>
              </a:xfrm>
              <a:custGeom>
                <a:rect b="b" l="l" r="r" t="t"/>
                <a:pathLst>
                  <a:path extrusionOk="0" h="17185" w="95259">
                    <a:moveTo>
                      <a:pt x="0" y="2455"/>
                    </a:moveTo>
                    <a:lnTo>
                      <a:pt x="14731" y="17185"/>
                    </a:lnTo>
                    <a:lnTo>
                      <a:pt x="65552" y="17185"/>
                    </a:lnTo>
                    <a:lnTo>
                      <a:pt x="72303" y="10434"/>
                    </a:lnTo>
                    <a:lnTo>
                      <a:pt x="95259" y="10434"/>
                    </a:lnTo>
                    <a:lnTo>
                      <a:pt x="95259" y="0"/>
                    </a:lnTo>
                  </a:path>
                </a:pathLst>
              </a:custGeom>
              <a:noFill/>
              <a:ln cap="flat" cmpd="sng" w="9525">
                <a:solidFill>
                  <a:schemeClr val="accent1"/>
                </a:solidFill>
                <a:prstDash val="solid"/>
                <a:round/>
                <a:headEnd len="med" w="med" type="none"/>
                <a:tailEnd len="med" w="med" type="none"/>
              </a:ln>
            </p:spPr>
          </p:sp>
        </p:grpSp>
        <p:grpSp>
          <p:nvGrpSpPr>
            <p:cNvPr id="119" name="Google Shape;119;p6"/>
            <p:cNvGrpSpPr/>
            <p:nvPr/>
          </p:nvGrpSpPr>
          <p:grpSpPr>
            <a:xfrm rot="5400000">
              <a:off x="6896426" y="-564435"/>
              <a:ext cx="1530153" cy="273510"/>
              <a:chOff x="-6675" y="2881558"/>
              <a:chExt cx="9140700" cy="2059567"/>
            </a:xfrm>
          </p:grpSpPr>
          <p:cxnSp>
            <p:nvCxnSpPr>
              <p:cNvPr id="120" name="Google Shape;120;p6"/>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1" name="Google Shape;121;p6"/>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2" name="Google Shape;122;p6"/>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3" name="Google Shape;123;p6"/>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4" name="Google Shape;124;p6"/>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125" name="Google Shape;125;p6"/>
          <p:cNvGrpSpPr/>
          <p:nvPr/>
        </p:nvGrpSpPr>
        <p:grpSpPr>
          <a:xfrm>
            <a:off x="302564" y="1262596"/>
            <a:ext cx="9110252" cy="3563617"/>
            <a:chOff x="302564" y="1262596"/>
            <a:chExt cx="9110252" cy="3563617"/>
          </a:xfrm>
        </p:grpSpPr>
        <p:grpSp>
          <p:nvGrpSpPr>
            <p:cNvPr id="126" name="Google Shape;126;p6"/>
            <p:cNvGrpSpPr/>
            <p:nvPr/>
          </p:nvGrpSpPr>
          <p:grpSpPr>
            <a:xfrm rot="5400000">
              <a:off x="-153827" y="4122544"/>
              <a:ext cx="1160062" cy="247278"/>
              <a:chOff x="8000023" y="2164544"/>
              <a:chExt cx="1160062" cy="247278"/>
            </a:xfrm>
          </p:grpSpPr>
          <p:sp>
            <p:nvSpPr>
              <p:cNvPr id="127" name="Google Shape;127;p6"/>
              <p:cNvSpPr/>
              <p:nvPr/>
            </p:nvSpPr>
            <p:spPr>
              <a:xfrm rot="5400000">
                <a:off x="8215962" y="19486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rot="-5400000">
                <a:off x="8708783" y="19605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6"/>
            <p:cNvGrpSpPr/>
            <p:nvPr/>
          </p:nvGrpSpPr>
          <p:grpSpPr>
            <a:xfrm>
              <a:off x="8578108" y="1262596"/>
              <a:ext cx="834709" cy="226938"/>
              <a:chOff x="8541258" y="2281496"/>
              <a:chExt cx="834709" cy="226938"/>
            </a:xfrm>
          </p:grpSpPr>
          <p:sp>
            <p:nvSpPr>
              <p:cNvPr id="130" name="Google Shape;130;p6"/>
              <p:cNvSpPr/>
              <p:nvPr/>
            </p:nvSpPr>
            <p:spPr>
              <a:xfrm rot="5400000">
                <a:off x="9116912" y="2249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 name="Google Shape;132;p6"/>
          <p:cNvGrpSpPr/>
          <p:nvPr/>
        </p:nvGrpSpPr>
        <p:grpSpPr>
          <a:xfrm>
            <a:off x="597187" y="977673"/>
            <a:ext cx="8723593" cy="3964768"/>
            <a:chOff x="597187" y="977673"/>
            <a:chExt cx="8723593" cy="3964768"/>
          </a:xfrm>
        </p:grpSpPr>
        <p:sp>
          <p:nvSpPr>
            <p:cNvPr id="133" name="Google Shape;133;p6"/>
            <p:cNvSpPr/>
            <p:nvPr/>
          </p:nvSpPr>
          <p:spPr>
            <a:xfrm rot="5400000">
              <a:off x="9080312" y="7772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rot="10800000">
              <a:off x="597187" y="45015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 name="Google Shape;135;p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 name="Shape 136"/>
        <p:cNvGrpSpPr/>
        <p:nvPr/>
      </p:nvGrpSpPr>
      <p:grpSpPr>
        <a:xfrm>
          <a:off x="0" y="0"/>
          <a:ext cx="0" cy="0"/>
          <a:chOff x="0" y="0"/>
          <a:chExt cx="0" cy="0"/>
        </a:xfrm>
      </p:grpSpPr>
      <p:sp>
        <p:nvSpPr>
          <p:cNvPr id="137" name="Google Shape;137;p7"/>
          <p:cNvSpPr txBox="1"/>
          <p:nvPr>
            <p:ph type="title"/>
          </p:nvPr>
        </p:nvSpPr>
        <p:spPr>
          <a:xfrm>
            <a:off x="1782650" y="711700"/>
            <a:ext cx="2893200" cy="904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7"/>
          <p:cNvSpPr txBox="1"/>
          <p:nvPr>
            <p:ph idx="1" type="subTitle"/>
          </p:nvPr>
        </p:nvSpPr>
        <p:spPr>
          <a:xfrm>
            <a:off x="1782650" y="1616297"/>
            <a:ext cx="2893200" cy="281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139" name="Google Shape;139;p7"/>
          <p:cNvSpPr/>
          <p:nvPr>
            <p:ph idx="2" type="pic"/>
          </p:nvPr>
        </p:nvSpPr>
        <p:spPr>
          <a:xfrm>
            <a:off x="4752038" y="824113"/>
            <a:ext cx="2787000" cy="3558300"/>
          </a:xfrm>
          <a:prstGeom prst="rect">
            <a:avLst/>
          </a:prstGeom>
          <a:noFill/>
          <a:ln>
            <a:noFill/>
          </a:ln>
        </p:spPr>
      </p:sp>
      <p:grpSp>
        <p:nvGrpSpPr>
          <p:cNvPr id="140" name="Google Shape;140;p7"/>
          <p:cNvGrpSpPr/>
          <p:nvPr/>
        </p:nvGrpSpPr>
        <p:grpSpPr>
          <a:xfrm>
            <a:off x="260189" y="195827"/>
            <a:ext cx="7049955" cy="4729917"/>
            <a:chOff x="260189" y="195827"/>
            <a:chExt cx="7049955" cy="4729917"/>
          </a:xfrm>
        </p:grpSpPr>
        <p:grpSp>
          <p:nvGrpSpPr>
            <p:cNvPr id="141" name="Google Shape;141;p7"/>
            <p:cNvGrpSpPr/>
            <p:nvPr/>
          </p:nvGrpSpPr>
          <p:grpSpPr>
            <a:xfrm rot="-5400000">
              <a:off x="6786639" y="4402239"/>
              <a:ext cx="177741" cy="869269"/>
              <a:chOff x="8535452" y="1548052"/>
              <a:chExt cx="177741" cy="869269"/>
            </a:xfrm>
          </p:grpSpPr>
          <p:sp>
            <p:nvSpPr>
              <p:cNvPr id="142" name="Google Shape;142;p7"/>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7"/>
            <p:cNvGrpSpPr/>
            <p:nvPr/>
          </p:nvGrpSpPr>
          <p:grpSpPr>
            <a:xfrm rot="10800000">
              <a:off x="260189" y="195827"/>
              <a:ext cx="177741" cy="687344"/>
              <a:chOff x="8535452" y="1335702"/>
              <a:chExt cx="177741" cy="687344"/>
            </a:xfrm>
          </p:grpSpPr>
          <p:sp>
            <p:nvSpPr>
              <p:cNvPr id="145" name="Google Shape;145;p7"/>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rot="10800000">
                <a:off x="85354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7" name="Google Shape;147;p7"/>
          <p:cNvGrpSpPr/>
          <p:nvPr/>
        </p:nvGrpSpPr>
        <p:grpSpPr>
          <a:xfrm>
            <a:off x="-867949" y="-315450"/>
            <a:ext cx="10098949" cy="5241212"/>
            <a:chOff x="-867949" y="-315450"/>
            <a:chExt cx="10098949" cy="5241212"/>
          </a:xfrm>
        </p:grpSpPr>
        <p:sp>
          <p:nvSpPr>
            <p:cNvPr id="148" name="Google Shape;148;p7"/>
            <p:cNvSpPr/>
            <p:nvPr/>
          </p:nvSpPr>
          <p:spPr>
            <a:xfrm>
              <a:off x="6756300" y="4613375"/>
              <a:ext cx="2474700" cy="312375"/>
            </a:xfrm>
            <a:custGeom>
              <a:rect b="b" l="l" r="r" t="t"/>
              <a:pathLst>
                <a:path extrusionOk="0" h="12495" w="98988">
                  <a:moveTo>
                    <a:pt x="0" y="0"/>
                  </a:moveTo>
                  <a:lnTo>
                    <a:pt x="37363" y="0"/>
                  </a:lnTo>
                  <a:lnTo>
                    <a:pt x="49858" y="12495"/>
                  </a:lnTo>
                  <a:lnTo>
                    <a:pt x="98988" y="12495"/>
                  </a:lnTo>
                </a:path>
              </a:pathLst>
            </a:custGeom>
            <a:noFill/>
            <a:ln cap="flat" cmpd="sng" w="9525">
              <a:solidFill>
                <a:schemeClr val="accent1"/>
              </a:solidFill>
              <a:prstDash val="solid"/>
              <a:round/>
              <a:headEnd len="med" w="med" type="none"/>
              <a:tailEnd len="med" w="med" type="none"/>
            </a:ln>
          </p:spPr>
        </p:sp>
        <p:grpSp>
          <p:nvGrpSpPr>
            <p:cNvPr id="149" name="Google Shape;149;p7"/>
            <p:cNvGrpSpPr/>
            <p:nvPr/>
          </p:nvGrpSpPr>
          <p:grpSpPr>
            <a:xfrm flipH="1" rot="-5400000">
              <a:off x="8430782" y="4500446"/>
              <a:ext cx="493321" cy="357312"/>
              <a:chOff x="1722354" y="229144"/>
              <a:chExt cx="1748744" cy="1266614"/>
            </a:xfrm>
          </p:grpSpPr>
          <p:sp>
            <p:nvSpPr>
              <p:cNvPr id="150" name="Google Shape;150;p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 name="Google Shape;152;p7"/>
            <p:cNvSpPr/>
            <p:nvPr/>
          </p:nvSpPr>
          <p:spPr>
            <a:xfrm>
              <a:off x="-174975" y="-315450"/>
              <a:ext cx="1914059" cy="4400511"/>
            </a:xfrm>
            <a:custGeom>
              <a:rect b="b" l="l" r="r" t="t"/>
              <a:pathLst>
                <a:path extrusionOk="0" h="126889" w="55192">
                  <a:moveTo>
                    <a:pt x="0" y="126889"/>
                  </a:moveTo>
                  <a:lnTo>
                    <a:pt x="24140" y="102749"/>
                  </a:lnTo>
                  <a:lnTo>
                    <a:pt x="24140" y="42943"/>
                  </a:lnTo>
                  <a:lnTo>
                    <a:pt x="55192" y="25015"/>
                  </a:lnTo>
                  <a:lnTo>
                    <a:pt x="55192" y="0"/>
                  </a:lnTo>
                </a:path>
              </a:pathLst>
            </a:custGeom>
            <a:noFill/>
            <a:ln cap="flat" cmpd="sng" w="9525">
              <a:solidFill>
                <a:schemeClr val="accent1"/>
              </a:solidFill>
              <a:prstDash val="solid"/>
              <a:round/>
              <a:headEnd len="med" w="med" type="none"/>
              <a:tailEnd len="med" w="med" type="none"/>
            </a:ln>
          </p:spPr>
        </p:sp>
        <p:grpSp>
          <p:nvGrpSpPr>
            <p:cNvPr id="153" name="Google Shape;153;p7"/>
            <p:cNvGrpSpPr/>
            <p:nvPr/>
          </p:nvGrpSpPr>
          <p:grpSpPr>
            <a:xfrm rot="10800000">
              <a:off x="662657" y="2962921"/>
              <a:ext cx="493321" cy="357312"/>
              <a:chOff x="1722354" y="229144"/>
              <a:chExt cx="1748744" cy="1266614"/>
            </a:xfrm>
          </p:grpSpPr>
          <p:sp>
            <p:nvSpPr>
              <p:cNvPr id="154" name="Google Shape;154;p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7"/>
            <p:cNvGrpSpPr/>
            <p:nvPr/>
          </p:nvGrpSpPr>
          <p:grpSpPr>
            <a:xfrm>
              <a:off x="-867949" y="1748040"/>
              <a:ext cx="1530153" cy="273510"/>
              <a:chOff x="-6675" y="2881558"/>
              <a:chExt cx="9140700" cy="2059567"/>
            </a:xfrm>
          </p:grpSpPr>
          <p:cxnSp>
            <p:nvCxnSpPr>
              <p:cNvPr id="157" name="Google Shape;157;p7"/>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58" name="Google Shape;158;p7"/>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59" name="Google Shape;159;p7"/>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60" name="Google Shape;160;p7"/>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61" name="Google Shape;161;p7"/>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162" name="Google Shape;162;p7"/>
          <p:cNvGrpSpPr/>
          <p:nvPr/>
        </p:nvGrpSpPr>
        <p:grpSpPr>
          <a:xfrm>
            <a:off x="609462" y="-114064"/>
            <a:ext cx="8313331" cy="4565380"/>
            <a:chOff x="609462" y="-114064"/>
            <a:chExt cx="8313331" cy="4565380"/>
          </a:xfrm>
        </p:grpSpPr>
        <p:sp>
          <p:nvSpPr>
            <p:cNvPr id="163" name="Google Shape;163;p7"/>
            <p:cNvSpPr/>
            <p:nvPr/>
          </p:nvSpPr>
          <p:spPr>
            <a:xfrm rot="10800000">
              <a:off x="8882737" y="40104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rot="10800000">
              <a:off x="609462" y="-1140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5" name="Shape 165"/>
        <p:cNvGrpSpPr/>
        <p:nvPr/>
      </p:nvGrpSpPr>
      <p:grpSpPr>
        <a:xfrm>
          <a:off x="0" y="0"/>
          <a:ext cx="0" cy="0"/>
          <a:chOff x="0" y="0"/>
          <a:chExt cx="0" cy="0"/>
        </a:xfrm>
      </p:grpSpPr>
      <p:sp>
        <p:nvSpPr>
          <p:cNvPr id="166" name="Google Shape;166;p8"/>
          <p:cNvSpPr txBox="1"/>
          <p:nvPr>
            <p:ph type="title"/>
          </p:nvPr>
        </p:nvSpPr>
        <p:spPr>
          <a:xfrm>
            <a:off x="2317950" y="1307100"/>
            <a:ext cx="4508100" cy="188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67" name="Google Shape;167;p8"/>
          <p:cNvGrpSpPr/>
          <p:nvPr/>
        </p:nvGrpSpPr>
        <p:grpSpPr>
          <a:xfrm rot="10800000">
            <a:off x="7395131" y="4086605"/>
            <a:ext cx="4791669" cy="923822"/>
            <a:chOff x="-78438" y="3775205"/>
            <a:chExt cx="4791669" cy="923822"/>
          </a:xfrm>
        </p:grpSpPr>
        <p:cxnSp>
          <p:nvCxnSpPr>
            <p:cNvPr id="168" name="Google Shape;168;p8"/>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8"/>
            <p:cNvCxnSpPr/>
            <p:nvPr/>
          </p:nvCxnSpPr>
          <p:spPr>
            <a:xfrm rot="-5400000">
              <a:off x="3789591" y="3940627"/>
              <a:ext cx="764100" cy="75270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8"/>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8"/>
          <p:cNvGrpSpPr/>
          <p:nvPr/>
        </p:nvGrpSpPr>
        <p:grpSpPr>
          <a:xfrm>
            <a:off x="527082" y="3400311"/>
            <a:ext cx="8344568" cy="1243755"/>
            <a:chOff x="527082" y="3400311"/>
            <a:chExt cx="8344568" cy="1243755"/>
          </a:xfrm>
        </p:grpSpPr>
        <p:sp>
          <p:nvSpPr>
            <p:cNvPr id="172" name="Google Shape;172;p8"/>
            <p:cNvSpPr/>
            <p:nvPr/>
          </p:nvSpPr>
          <p:spPr>
            <a:xfrm flipH="1">
              <a:off x="527082" y="34003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flipH="1" rot="5400000">
              <a:off x="8631182" y="440359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8"/>
          <p:cNvGrpSpPr/>
          <p:nvPr/>
        </p:nvGrpSpPr>
        <p:grpSpPr>
          <a:xfrm>
            <a:off x="-3151463" y="-3408103"/>
            <a:ext cx="11831666" cy="9065208"/>
            <a:chOff x="-3151463" y="-3408103"/>
            <a:chExt cx="11831666" cy="9065208"/>
          </a:xfrm>
        </p:grpSpPr>
        <p:grpSp>
          <p:nvGrpSpPr>
            <p:cNvPr id="175" name="Google Shape;175;p8"/>
            <p:cNvGrpSpPr/>
            <p:nvPr/>
          </p:nvGrpSpPr>
          <p:grpSpPr>
            <a:xfrm flipH="1" rot="10800000">
              <a:off x="309699" y="2296620"/>
              <a:ext cx="681217" cy="3360485"/>
              <a:chOff x="1337800" y="-2525590"/>
              <a:chExt cx="1498167" cy="7390555"/>
            </a:xfrm>
          </p:grpSpPr>
          <p:cxnSp>
            <p:nvCxnSpPr>
              <p:cNvPr id="176" name="Google Shape;176;p8"/>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177" name="Google Shape;177;p8"/>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178" name="Google Shape;178;p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 name="Google Shape;179;p8"/>
            <p:cNvGrpSpPr/>
            <p:nvPr/>
          </p:nvGrpSpPr>
          <p:grpSpPr>
            <a:xfrm flipH="1">
              <a:off x="7998987" y="-1945430"/>
              <a:ext cx="681217" cy="3360485"/>
              <a:chOff x="1337800" y="-2525590"/>
              <a:chExt cx="1498167" cy="7390555"/>
            </a:xfrm>
          </p:grpSpPr>
          <p:cxnSp>
            <p:nvCxnSpPr>
              <p:cNvPr id="180" name="Google Shape;180;p8"/>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181" name="Google Shape;181;p8"/>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182" name="Google Shape;182;p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8"/>
            <p:cNvGrpSpPr/>
            <p:nvPr/>
          </p:nvGrpSpPr>
          <p:grpSpPr>
            <a:xfrm flipH="1" rot="-5400000">
              <a:off x="-12066" y="-1786200"/>
              <a:ext cx="3859204" cy="615399"/>
              <a:chOff x="-6675" y="307100"/>
              <a:chExt cx="9140700" cy="4634025"/>
            </a:xfrm>
          </p:grpSpPr>
          <p:cxnSp>
            <p:nvCxnSpPr>
              <p:cNvPr id="184" name="Google Shape;184;p8"/>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5" name="Google Shape;185;p8"/>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6" name="Google Shape;186;p8"/>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7" name="Google Shape;187;p8"/>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8" name="Google Shape;188;p8"/>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9" name="Google Shape;189;p8"/>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0" name="Google Shape;190;p8"/>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1" name="Google Shape;191;p8"/>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2" name="Google Shape;192;p8"/>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3" name="Google Shape;193;p8"/>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194" name="Google Shape;194;p8"/>
            <p:cNvSpPr/>
            <p:nvPr/>
          </p:nvSpPr>
          <p:spPr>
            <a:xfrm flipH="1">
              <a:off x="-3151463" y="4511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med" w="med" type="none"/>
              <a:tailEnd len="med" w="med" type="none"/>
            </a:ln>
          </p:spPr>
        </p:sp>
      </p:grpSp>
      <p:grpSp>
        <p:nvGrpSpPr>
          <p:cNvPr id="195" name="Google Shape;195;p8"/>
          <p:cNvGrpSpPr/>
          <p:nvPr/>
        </p:nvGrpSpPr>
        <p:grpSpPr>
          <a:xfrm>
            <a:off x="547096" y="974375"/>
            <a:ext cx="9244448" cy="3848385"/>
            <a:chOff x="547096" y="974375"/>
            <a:chExt cx="9244448" cy="3848385"/>
          </a:xfrm>
        </p:grpSpPr>
        <p:grpSp>
          <p:nvGrpSpPr>
            <p:cNvPr id="196" name="Google Shape;196;p8"/>
            <p:cNvGrpSpPr/>
            <p:nvPr/>
          </p:nvGrpSpPr>
          <p:grpSpPr>
            <a:xfrm>
              <a:off x="547096" y="3571493"/>
              <a:ext cx="9010768" cy="1251268"/>
              <a:chOff x="547096" y="3571493"/>
              <a:chExt cx="9010768" cy="1251268"/>
            </a:xfrm>
          </p:grpSpPr>
          <p:grpSp>
            <p:nvGrpSpPr>
              <p:cNvPr id="197" name="Google Shape;197;p8"/>
              <p:cNvGrpSpPr/>
              <p:nvPr/>
            </p:nvGrpSpPr>
            <p:grpSpPr>
              <a:xfrm>
                <a:off x="547096" y="3613321"/>
                <a:ext cx="269696" cy="1209440"/>
                <a:chOff x="803996" y="3613321"/>
                <a:chExt cx="269696" cy="1209440"/>
              </a:xfrm>
            </p:grpSpPr>
            <p:sp>
              <p:nvSpPr>
                <p:cNvPr id="198" name="Google Shape;198;p8"/>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8"/>
              <p:cNvGrpSpPr/>
              <p:nvPr/>
            </p:nvGrpSpPr>
            <p:grpSpPr>
              <a:xfrm rot="5400000">
                <a:off x="8818296" y="3101621"/>
                <a:ext cx="269696" cy="1209440"/>
                <a:chOff x="803996" y="3613321"/>
                <a:chExt cx="269696" cy="1209440"/>
              </a:xfrm>
            </p:grpSpPr>
            <p:sp>
              <p:nvSpPr>
                <p:cNvPr id="201" name="Google Shape;201;p8"/>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3" name="Google Shape;203;p8"/>
            <p:cNvGrpSpPr/>
            <p:nvPr/>
          </p:nvGrpSpPr>
          <p:grpSpPr>
            <a:xfrm>
              <a:off x="8680200" y="974375"/>
              <a:ext cx="1111343" cy="1111343"/>
              <a:chOff x="8307725" y="278700"/>
              <a:chExt cx="1111343" cy="1111343"/>
            </a:xfrm>
          </p:grpSpPr>
          <p:sp>
            <p:nvSpPr>
              <p:cNvPr id="204" name="Google Shape;204;p8"/>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6" name="Shape 206"/>
        <p:cNvGrpSpPr/>
        <p:nvPr/>
      </p:nvGrpSpPr>
      <p:grpSpPr>
        <a:xfrm>
          <a:off x="0" y="0"/>
          <a:ext cx="0" cy="0"/>
          <a:chOff x="0" y="0"/>
          <a:chExt cx="0" cy="0"/>
        </a:xfrm>
      </p:grpSpPr>
      <p:sp>
        <p:nvSpPr>
          <p:cNvPr id="207" name="Google Shape;207;p9"/>
          <p:cNvSpPr txBox="1"/>
          <p:nvPr>
            <p:ph type="title"/>
          </p:nvPr>
        </p:nvSpPr>
        <p:spPr>
          <a:xfrm>
            <a:off x="2135550" y="1857350"/>
            <a:ext cx="4872900" cy="1249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7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08" name="Google Shape;208;p9"/>
          <p:cNvSpPr txBox="1"/>
          <p:nvPr>
            <p:ph idx="1" type="subTitle"/>
          </p:nvPr>
        </p:nvSpPr>
        <p:spPr>
          <a:xfrm>
            <a:off x="2135550" y="3106975"/>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p:txBody>
      </p:sp>
      <p:sp>
        <p:nvSpPr>
          <p:cNvPr id="209" name="Google Shape;209;p9"/>
          <p:cNvSpPr/>
          <p:nvPr/>
        </p:nvSpPr>
        <p:spPr>
          <a:xfrm>
            <a:off x="9336712" y="713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9"/>
          <p:cNvGrpSpPr/>
          <p:nvPr/>
        </p:nvGrpSpPr>
        <p:grpSpPr>
          <a:xfrm>
            <a:off x="-2757425" y="-2776080"/>
            <a:ext cx="12134200" cy="9442910"/>
            <a:chOff x="-2757425" y="-2776080"/>
            <a:chExt cx="12134200" cy="9442910"/>
          </a:xfrm>
        </p:grpSpPr>
        <p:grpSp>
          <p:nvGrpSpPr>
            <p:cNvPr id="211" name="Google Shape;211;p9"/>
            <p:cNvGrpSpPr/>
            <p:nvPr/>
          </p:nvGrpSpPr>
          <p:grpSpPr>
            <a:xfrm flipH="1" rot="-5400000">
              <a:off x="-1755963" y="657655"/>
              <a:ext cx="4791669" cy="923822"/>
              <a:chOff x="-78438" y="3775205"/>
              <a:chExt cx="4791669" cy="923822"/>
            </a:xfrm>
          </p:grpSpPr>
          <p:cxnSp>
            <p:nvCxnSpPr>
              <p:cNvPr id="212" name="Google Shape;212;p9"/>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9"/>
              <p:cNvCxnSpPr/>
              <p:nvPr/>
            </p:nvCxnSpPr>
            <p:spPr>
              <a:xfrm rot="-5400000">
                <a:off x="3789591" y="3940627"/>
                <a:ext cx="764100" cy="752700"/>
              </a:xfrm>
              <a:prstGeom prst="straightConnector1">
                <a:avLst/>
              </a:prstGeom>
              <a:noFill/>
              <a:ln cap="flat" cmpd="sng" w="9525">
                <a:solidFill>
                  <a:schemeClr val="accent1"/>
                </a:solidFill>
                <a:prstDash val="solid"/>
                <a:round/>
                <a:headEnd len="med" w="med" type="none"/>
                <a:tailEnd len="med" w="med" type="none"/>
              </a:ln>
            </p:spPr>
          </p:cxnSp>
          <p:sp>
            <p:nvSpPr>
              <p:cNvPr id="214" name="Google Shape;214;p9"/>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9"/>
            <p:cNvGrpSpPr/>
            <p:nvPr/>
          </p:nvGrpSpPr>
          <p:grpSpPr>
            <a:xfrm rot="10800000">
              <a:off x="8695559" y="3306345"/>
              <a:ext cx="681217" cy="3360485"/>
              <a:chOff x="1337800" y="-2525590"/>
              <a:chExt cx="1498167" cy="7390555"/>
            </a:xfrm>
          </p:grpSpPr>
          <p:cxnSp>
            <p:nvCxnSpPr>
              <p:cNvPr id="216" name="Google Shape;216;p9"/>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217" name="Google Shape;217;p9"/>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218" name="Google Shape;218;p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9"/>
            <p:cNvGrpSpPr/>
            <p:nvPr/>
          </p:nvGrpSpPr>
          <p:grpSpPr>
            <a:xfrm>
              <a:off x="146409" y="-2776080"/>
              <a:ext cx="681217" cy="3360485"/>
              <a:chOff x="1337800" y="-2525590"/>
              <a:chExt cx="1498167" cy="7390555"/>
            </a:xfrm>
          </p:grpSpPr>
          <p:cxnSp>
            <p:nvCxnSpPr>
              <p:cNvPr id="220" name="Google Shape;220;p9"/>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221" name="Google Shape;221;p9"/>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222" name="Google Shape;222;p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9"/>
            <p:cNvGrpSpPr/>
            <p:nvPr/>
          </p:nvGrpSpPr>
          <p:grpSpPr>
            <a:xfrm>
              <a:off x="-2757425" y="811862"/>
              <a:ext cx="3859204" cy="615399"/>
              <a:chOff x="-6675" y="307100"/>
              <a:chExt cx="9140700" cy="4634025"/>
            </a:xfrm>
          </p:grpSpPr>
          <p:cxnSp>
            <p:nvCxnSpPr>
              <p:cNvPr id="224" name="Google Shape;224;p9"/>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5" name="Google Shape;225;p9"/>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6" name="Google Shape;226;p9"/>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7" name="Google Shape;227;p9"/>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8" name="Google Shape;228;p9"/>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9" name="Google Shape;229;p9"/>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0" name="Google Shape;230;p9"/>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1" name="Google Shape;231;p9"/>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2" name="Google Shape;232;p9"/>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3" name="Google Shape;233;p9"/>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234" name="Google Shape;234;p9"/>
            <p:cNvSpPr/>
            <p:nvPr/>
          </p:nvSpPr>
          <p:spPr>
            <a:xfrm rot="5400000">
              <a:off x="5637675" y="29867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med" w="med" type="none"/>
              <a:tailEnd len="med" w="med" type="none"/>
            </a:ln>
          </p:spPr>
        </p:sp>
      </p:grpSp>
      <p:grpSp>
        <p:nvGrpSpPr>
          <p:cNvPr id="235" name="Google Shape;235;p9"/>
          <p:cNvGrpSpPr/>
          <p:nvPr/>
        </p:nvGrpSpPr>
        <p:grpSpPr>
          <a:xfrm>
            <a:off x="-157525" y="1684573"/>
            <a:ext cx="8689055" cy="440880"/>
            <a:chOff x="-157525" y="1684573"/>
            <a:chExt cx="8689055" cy="440880"/>
          </a:xfrm>
        </p:grpSpPr>
        <p:sp>
          <p:nvSpPr>
            <p:cNvPr id="236" name="Google Shape;236;p9"/>
            <p:cNvSpPr/>
            <p:nvPr/>
          </p:nvSpPr>
          <p:spPr>
            <a:xfrm>
              <a:off x="8491475" y="16845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rot="-5400000">
              <a:off x="42887" y="1724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9"/>
          <p:cNvGrpSpPr/>
          <p:nvPr/>
        </p:nvGrpSpPr>
        <p:grpSpPr>
          <a:xfrm>
            <a:off x="-350826" y="649496"/>
            <a:ext cx="9280380" cy="5170923"/>
            <a:chOff x="-350826" y="649496"/>
            <a:chExt cx="9280380" cy="5170923"/>
          </a:xfrm>
        </p:grpSpPr>
        <p:grpSp>
          <p:nvGrpSpPr>
            <p:cNvPr id="239" name="Google Shape;239;p9"/>
            <p:cNvGrpSpPr/>
            <p:nvPr/>
          </p:nvGrpSpPr>
          <p:grpSpPr>
            <a:xfrm>
              <a:off x="-350826" y="649496"/>
              <a:ext cx="9280380" cy="1759405"/>
              <a:chOff x="-350826" y="649496"/>
              <a:chExt cx="9280380" cy="1759405"/>
            </a:xfrm>
          </p:grpSpPr>
          <p:sp>
            <p:nvSpPr>
              <p:cNvPr id="240" name="Google Shape;240;p9"/>
              <p:cNvSpPr/>
              <p:nvPr/>
            </p:nvSpPr>
            <p:spPr>
              <a:xfrm rot="10800000">
                <a:off x="8886438" y="12095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rot="10800000">
                <a:off x="8695083" y="6494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rot="5400000">
                <a:off x="425209" y="19584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rot="5400000">
                <a:off x="25375" y="1957600"/>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 name="Google Shape;244;p9"/>
            <p:cNvGrpSpPr/>
            <p:nvPr/>
          </p:nvGrpSpPr>
          <p:grpSpPr>
            <a:xfrm>
              <a:off x="7280000" y="4709075"/>
              <a:ext cx="1111343" cy="1111343"/>
              <a:chOff x="8307725" y="278700"/>
              <a:chExt cx="1111343" cy="1111343"/>
            </a:xfrm>
          </p:grpSpPr>
          <p:sp>
            <p:nvSpPr>
              <p:cNvPr id="245" name="Google Shape;245;p9"/>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7" name="Shape 247"/>
        <p:cNvGrpSpPr/>
        <p:nvPr/>
      </p:nvGrpSpPr>
      <p:grpSpPr>
        <a:xfrm>
          <a:off x="0" y="0"/>
          <a:ext cx="0" cy="0"/>
          <a:chOff x="0" y="0"/>
          <a:chExt cx="0" cy="0"/>
        </a:xfrm>
      </p:grpSpPr>
      <p:sp>
        <p:nvSpPr>
          <p:cNvPr id="248" name="Google Shape;248;p10"/>
          <p:cNvSpPr txBox="1"/>
          <p:nvPr>
            <p:ph type="title"/>
          </p:nvPr>
        </p:nvSpPr>
        <p:spPr>
          <a:xfrm>
            <a:off x="720000" y="4014450"/>
            <a:ext cx="7704000" cy="572700"/>
          </a:xfrm>
          <a:prstGeom prst="rect">
            <a:avLst/>
          </a:prstGeom>
          <a:solidFill>
            <a:schemeClr val="dk2"/>
          </a:solidFill>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249" name="Google Shape;249;p10"/>
          <p:cNvGrpSpPr/>
          <p:nvPr/>
        </p:nvGrpSpPr>
        <p:grpSpPr>
          <a:xfrm>
            <a:off x="-2466243" y="-2869459"/>
            <a:ext cx="11395878" cy="4597207"/>
            <a:chOff x="-2466243" y="-2869459"/>
            <a:chExt cx="11395878" cy="4597207"/>
          </a:xfrm>
        </p:grpSpPr>
        <p:grpSp>
          <p:nvGrpSpPr>
            <p:cNvPr id="250" name="Google Shape;250;p10"/>
            <p:cNvGrpSpPr/>
            <p:nvPr/>
          </p:nvGrpSpPr>
          <p:grpSpPr>
            <a:xfrm>
              <a:off x="-2466243" y="364624"/>
              <a:ext cx="4486819" cy="625122"/>
              <a:chOff x="-78438" y="4073905"/>
              <a:chExt cx="4486819" cy="625122"/>
            </a:xfrm>
          </p:grpSpPr>
          <p:cxnSp>
            <p:nvCxnSpPr>
              <p:cNvPr id="251" name="Google Shape;251;p10"/>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252" name="Google Shape;252;p10"/>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10"/>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0"/>
            <p:cNvGrpSpPr/>
            <p:nvPr/>
          </p:nvGrpSpPr>
          <p:grpSpPr>
            <a:xfrm flipH="1" rot="5400000">
              <a:off x="-1083007" y="-1247557"/>
              <a:ext cx="3859204" cy="615399"/>
              <a:chOff x="-6675" y="307100"/>
              <a:chExt cx="9140700" cy="4634025"/>
            </a:xfrm>
          </p:grpSpPr>
          <p:cxnSp>
            <p:nvCxnSpPr>
              <p:cNvPr id="255" name="Google Shape;255;p10"/>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6" name="Google Shape;256;p10"/>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7" name="Google Shape;257;p10"/>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8" name="Google Shape;258;p10"/>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9" name="Google Shape;259;p10"/>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0" name="Google Shape;260;p10"/>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1" name="Google Shape;261;p10"/>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2" name="Google Shape;262;p10"/>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3" name="Google Shape;263;p10"/>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4" name="Google Shape;264;p10"/>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nvGrpSpPr>
            <p:cNvPr id="265" name="Google Shape;265;p10"/>
            <p:cNvGrpSpPr/>
            <p:nvPr/>
          </p:nvGrpSpPr>
          <p:grpSpPr>
            <a:xfrm>
              <a:off x="8248398" y="-1632737"/>
              <a:ext cx="681237" cy="3360485"/>
              <a:chOff x="8248398" y="-1632737"/>
              <a:chExt cx="681237" cy="3360485"/>
            </a:xfrm>
          </p:grpSpPr>
          <p:grpSp>
            <p:nvGrpSpPr>
              <p:cNvPr id="266" name="Google Shape;266;p10"/>
              <p:cNvGrpSpPr/>
              <p:nvPr/>
            </p:nvGrpSpPr>
            <p:grpSpPr>
              <a:xfrm flipH="1">
                <a:off x="8248398" y="-1632737"/>
                <a:ext cx="681217" cy="3360485"/>
                <a:chOff x="1337800" y="-2525590"/>
                <a:chExt cx="1498167" cy="7390555"/>
              </a:xfrm>
            </p:grpSpPr>
            <p:cxnSp>
              <p:nvCxnSpPr>
                <p:cNvPr id="267" name="Google Shape;267;p10"/>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268" name="Google Shape;268;p10"/>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269" name="Google Shape;269;p1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0"/>
              <p:cNvGrpSpPr/>
              <p:nvPr/>
            </p:nvGrpSpPr>
            <p:grpSpPr>
              <a:xfrm>
                <a:off x="8436314" y="360846"/>
                <a:ext cx="493321" cy="357312"/>
                <a:chOff x="1722354" y="229144"/>
                <a:chExt cx="1748744" cy="1266614"/>
              </a:xfrm>
            </p:grpSpPr>
            <p:sp>
              <p:nvSpPr>
                <p:cNvPr id="271" name="Google Shape;271;p1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73" name="Google Shape;273;p10"/>
          <p:cNvGrpSpPr/>
          <p:nvPr/>
        </p:nvGrpSpPr>
        <p:grpSpPr>
          <a:xfrm>
            <a:off x="-150883" y="1137478"/>
            <a:ext cx="9080518" cy="813868"/>
            <a:chOff x="-150883" y="1137478"/>
            <a:chExt cx="9080518" cy="813868"/>
          </a:xfrm>
        </p:grpSpPr>
        <p:sp>
          <p:nvSpPr>
            <p:cNvPr id="274" name="Google Shape;274;p10"/>
            <p:cNvSpPr/>
            <p:nvPr/>
          </p:nvSpPr>
          <p:spPr>
            <a:xfrm flipH="1" rot="5400000">
              <a:off x="49529" y="9370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flipH="1">
              <a:off x="8889579" y="15104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10"/>
          <p:cNvGrpSpPr/>
          <p:nvPr/>
        </p:nvGrpSpPr>
        <p:grpSpPr>
          <a:xfrm>
            <a:off x="-201760" y="1366772"/>
            <a:ext cx="9923304" cy="3117922"/>
            <a:chOff x="-201760" y="1366772"/>
            <a:chExt cx="9923304" cy="3117922"/>
          </a:xfrm>
        </p:grpSpPr>
        <p:grpSp>
          <p:nvGrpSpPr>
            <p:cNvPr id="277" name="Google Shape;277;p10"/>
            <p:cNvGrpSpPr/>
            <p:nvPr/>
          </p:nvGrpSpPr>
          <p:grpSpPr>
            <a:xfrm>
              <a:off x="8610200" y="3373350"/>
              <a:ext cx="1111343" cy="1111343"/>
              <a:chOff x="8307725" y="278700"/>
              <a:chExt cx="1111343" cy="1111343"/>
            </a:xfrm>
          </p:grpSpPr>
          <p:sp>
            <p:nvSpPr>
              <p:cNvPr id="278" name="Google Shape;278;p10"/>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 name="Google Shape;280;p10"/>
            <p:cNvGrpSpPr/>
            <p:nvPr/>
          </p:nvGrpSpPr>
          <p:grpSpPr>
            <a:xfrm flipH="1">
              <a:off x="8674231" y="1727755"/>
              <a:ext cx="247278" cy="1160062"/>
              <a:chOff x="1463894" y="1434556"/>
              <a:chExt cx="247278" cy="1160062"/>
            </a:xfrm>
          </p:grpSpPr>
          <p:sp>
            <p:nvSpPr>
              <p:cNvPr id="281" name="Google Shape;281;p10"/>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 name="Google Shape;283;p10"/>
            <p:cNvGrpSpPr/>
            <p:nvPr/>
          </p:nvGrpSpPr>
          <p:grpSpPr>
            <a:xfrm flipH="1" rot="5400000">
              <a:off x="254631" y="910380"/>
              <a:ext cx="247278" cy="1160062"/>
              <a:chOff x="1463894" y="1434556"/>
              <a:chExt cx="247278" cy="1160062"/>
            </a:xfrm>
          </p:grpSpPr>
          <p:sp>
            <p:nvSpPr>
              <p:cNvPr id="284" name="Google Shape;284;p10"/>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6" name="Shape 286"/>
        <p:cNvGrpSpPr/>
        <p:nvPr/>
      </p:nvGrpSpPr>
      <p:grpSpPr>
        <a:xfrm>
          <a:off x="0" y="0"/>
          <a:ext cx="0" cy="0"/>
          <a:chOff x="0" y="0"/>
          <a:chExt cx="0" cy="0"/>
        </a:xfrm>
      </p:grpSpPr>
      <p:sp>
        <p:nvSpPr>
          <p:cNvPr id="287" name="Google Shape;287;p11"/>
          <p:cNvSpPr txBox="1"/>
          <p:nvPr>
            <p:ph hasCustomPrompt="1" type="title"/>
          </p:nvPr>
        </p:nvSpPr>
        <p:spPr>
          <a:xfrm>
            <a:off x="2405125" y="2040775"/>
            <a:ext cx="5307000" cy="998100"/>
          </a:xfrm>
          <a:prstGeom prst="rect">
            <a:avLst/>
          </a:prstGeom>
          <a:solidFill>
            <a:srgbClr val="FFFFFF">
              <a:alpha val="7500"/>
            </a:srgbClr>
          </a:solidFill>
        </p:spPr>
        <p:txBody>
          <a:bodyPr anchorCtr="0" anchor="ctr" bIns="91425" lIns="91425" spcFirstLastPara="1" rIns="91425" wrap="square" tIns="91425">
            <a:noAutofit/>
          </a:bodyPr>
          <a:lstStyle>
            <a:lvl1pPr lvl="0">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8" name="Google Shape;288;p11"/>
          <p:cNvSpPr txBox="1"/>
          <p:nvPr>
            <p:ph idx="1" type="subTitle"/>
          </p:nvPr>
        </p:nvSpPr>
        <p:spPr>
          <a:xfrm>
            <a:off x="2405125" y="3038875"/>
            <a:ext cx="5307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289" name="Google Shape;289;p11"/>
          <p:cNvGrpSpPr/>
          <p:nvPr/>
        </p:nvGrpSpPr>
        <p:grpSpPr>
          <a:xfrm>
            <a:off x="320869" y="892488"/>
            <a:ext cx="5247943" cy="4005530"/>
            <a:chOff x="320869" y="892488"/>
            <a:chExt cx="5247943" cy="4005530"/>
          </a:xfrm>
        </p:grpSpPr>
        <p:sp>
          <p:nvSpPr>
            <p:cNvPr id="290" name="Google Shape;290;p11"/>
            <p:cNvSpPr/>
            <p:nvPr/>
          </p:nvSpPr>
          <p:spPr>
            <a:xfrm rot="10800000">
              <a:off x="320869" y="8924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rot="5400000">
              <a:off x="5328344" y="4657550"/>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11"/>
          <p:cNvGrpSpPr/>
          <p:nvPr/>
        </p:nvGrpSpPr>
        <p:grpSpPr>
          <a:xfrm>
            <a:off x="1123153" y="-134519"/>
            <a:ext cx="5670106" cy="5849863"/>
            <a:chOff x="1123153" y="-134519"/>
            <a:chExt cx="5670106" cy="5849863"/>
          </a:xfrm>
        </p:grpSpPr>
        <p:grpSp>
          <p:nvGrpSpPr>
            <p:cNvPr id="293" name="Google Shape;293;p11"/>
            <p:cNvGrpSpPr/>
            <p:nvPr/>
          </p:nvGrpSpPr>
          <p:grpSpPr>
            <a:xfrm>
              <a:off x="1123153" y="-134519"/>
              <a:ext cx="5670106" cy="5032541"/>
              <a:chOff x="1123153" y="-134519"/>
              <a:chExt cx="5670106" cy="5032541"/>
            </a:xfrm>
          </p:grpSpPr>
          <p:sp>
            <p:nvSpPr>
              <p:cNvPr id="294" name="Google Shape;294;p11"/>
              <p:cNvSpPr/>
              <p:nvPr/>
            </p:nvSpPr>
            <p:spPr>
              <a:xfrm>
                <a:off x="1123153" y="-134519"/>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11"/>
              <p:cNvGrpSpPr/>
              <p:nvPr/>
            </p:nvGrpSpPr>
            <p:grpSpPr>
              <a:xfrm>
                <a:off x="5633198" y="4650744"/>
                <a:ext cx="1160062" cy="247278"/>
                <a:chOff x="8208698" y="2109319"/>
                <a:chExt cx="1160062" cy="247278"/>
              </a:xfrm>
            </p:grpSpPr>
            <p:sp>
              <p:nvSpPr>
                <p:cNvPr id="296" name="Google Shape;296;p11"/>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8" name="Google Shape;298;p11"/>
            <p:cNvGrpSpPr/>
            <p:nvPr/>
          </p:nvGrpSpPr>
          <p:grpSpPr>
            <a:xfrm>
              <a:off x="3220925" y="4604000"/>
              <a:ext cx="1111343" cy="1111343"/>
              <a:chOff x="8307725" y="278700"/>
              <a:chExt cx="1111343" cy="1111343"/>
            </a:xfrm>
          </p:grpSpPr>
          <p:sp>
            <p:nvSpPr>
              <p:cNvPr id="299" name="Google Shape;299;p1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1" name="Google Shape;301;p11"/>
          <p:cNvGrpSpPr/>
          <p:nvPr/>
        </p:nvGrpSpPr>
        <p:grpSpPr>
          <a:xfrm>
            <a:off x="575287" y="-1805003"/>
            <a:ext cx="8258546" cy="9711728"/>
            <a:chOff x="575287" y="-1805003"/>
            <a:chExt cx="8258546" cy="9711728"/>
          </a:xfrm>
        </p:grpSpPr>
        <p:grpSp>
          <p:nvGrpSpPr>
            <p:cNvPr id="302" name="Google Shape;302;p11"/>
            <p:cNvGrpSpPr/>
            <p:nvPr/>
          </p:nvGrpSpPr>
          <p:grpSpPr>
            <a:xfrm>
              <a:off x="575287" y="-1805003"/>
              <a:ext cx="8258546" cy="9711728"/>
              <a:chOff x="575287" y="-1805003"/>
              <a:chExt cx="8258546" cy="9711728"/>
            </a:xfrm>
          </p:grpSpPr>
          <p:grpSp>
            <p:nvGrpSpPr>
              <p:cNvPr id="303" name="Google Shape;303;p11"/>
              <p:cNvGrpSpPr/>
              <p:nvPr/>
            </p:nvGrpSpPr>
            <p:grpSpPr>
              <a:xfrm>
                <a:off x="575287" y="-1805003"/>
                <a:ext cx="681217" cy="3360485"/>
                <a:chOff x="1121833" y="-3524490"/>
                <a:chExt cx="1498167" cy="7390555"/>
              </a:xfrm>
            </p:grpSpPr>
            <p:cxnSp>
              <p:nvCxnSpPr>
                <p:cNvPr id="304" name="Google Shape;304;p11"/>
                <p:cNvCxnSpPr/>
                <p:nvPr/>
              </p:nvCxnSpPr>
              <p:spPr>
                <a:xfrm rot="10800000">
                  <a:off x="1121833" y="-35244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305" name="Google Shape;305;p11"/>
                <p:cNvCxnSpPr/>
                <p:nvPr/>
              </p:nvCxnSpPr>
              <p:spPr>
                <a:xfrm>
                  <a:off x="1121833" y="23482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306" name="Google Shape;306;p11"/>
                <p:cNvSpPr/>
                <p:nvPr/>
              </p:nvSpPr>
              <p:spPr>
                <a:xfrm rot="5400000">
                  <a:off x="2196889" y="3442953"/>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11"/>
              <p:cNvGrpSpPr/>
              <p:nvPr/>
            </p:nvGrpSpPr>
            <p:grpSpPr>
              <a:xfrm flipH="1" rot="5400000">
                <a:off x="6277862" y="5350755"/>
                <a:ext cx="4486819" cy="625122"/>
                <a:chOff x="-78438" y="4073905"/>
                <a:chExt cx="4486819" cy="625122"/>
              </a:xfrm>
            </p:grpSpPr>
            <p:cxnSp>
              <p:nvCxnSpPr>
                <p:cNvPr id="308" name="Google Shape;308;p11"/>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309" name="Google Shape;309;p11"/>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310" name="Google Shape;310;p11"/>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11"/>
              <p:cNvGrpSpPr/>
              <p:nvPr/>
            </p:nvGrpSpPr>
            <p:grpSpPr>
              <a:xfrm rot="-5400000">
                <a:off x="8362764" y="67996"/>
                <a:ext cx="493321" cy="357312"/>
                <a:chOff x="1722354" y="229144"/>
                <a:chExt cx="1748744" cy="1266614"/>
              </a:xfrm>
            </p:grpSpPr>
            <p:sp>
              <p:nvSpPr>
                <p:cNvPr id="312" name="Google Shape;312;p1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4" name="Google Shape;314;p11"/>
            <p:cNvGrpSpPr/>
            <p:nvPr/>
          </p:nvGrpSpPr>
          <p:grpSpPr>
            <a:xfrm rot="10800000">
              <a:off x="7090737" y="4224472"/>
              <a:ext cx="681217" cy="3360485"/>
              <a:chOff x="1337800" y="-2525590"/>
              <a:chExt cx="1498167" cy="7390555"/>
            </a:xfrm>
          </p:grpSpPr>
          <p:cxnSp>
            <p:nvCxnSpPr>
              <p:cNvPr id="315" name="Google Shape;315;p11"/>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316" name="Google Shape;316;p11"/>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317" name="Google Shape;317;p1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318" name="Shape 31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19" name="Shape 319"/>
        <p:cNvGrpSpPr/>
        <p:nvPr/>
      </p:nvGrpSpPr>
      <p:grpSpPr>
        <a:xfrm>
          <a:off x="0" y="0"/>
          <a:ext cx="0" cy="0"/>
          <a:chOff x="0" y="0"/>
          <a:chExt cx="0" cy="0"/>
        </a:xfrm>
      </p:grpSpPr>
      <p:sp>
        <p:nvSpPr>
          <p:cNvPr id="320" name="Google Shape;320;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1" name="Google Shape;321;p13"/>
          <p:cNvSpPr txBox="1"/>
          <p:nvPr>
            <p:ph hasCustomPrompt="1" idx="2" type="title"/>
          </p:nvPr>
        </p:nvSpPr>
        <p:spPr>
          <a:xfrm>
            <a:off x="3177356" y="1199529"/>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2" name="Google Shape;322;p13"/>
          <p:cNvSpPr txBox="1"/>
          <p:nvPr>
            <p:ph hasCustomPrompt="1" idx="3" type="title"/>
          </p:nvPr>
        </p:nvSpPr>
        <p:spPr>
          <a:xfrm>
            <a:off x="3177356" y="2902621"/>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3" name="Google Shape;323;p13"/>
          <p:cNvSpPr txBox="1"/>
          <p:nvPr>
            <p:ph hasCustomPrompt="1" idx="4" type="title"/>
          </p:nvPr>
        </p:nvSpPr>
        <p:spPr>
          <a:xfrm>
            <a:off x="3177356" y="1767226"/>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4" name="Google Shape;324;p13"/>
          <p:cNvSpPr txBox="1"/>
          <p:nvPr>
            <p:ph hasCustomPrompt="1" idx="5" type="title"/>
          </p:nvPr>
        </p:nvSpPr>
        <p:spPr>
          <a:xfrm>
            <a:off x="3177356" y="3470319"/>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5" name="Google Shape;325;p13"/>
          <p:cNvSpPr txBox="1"/>
          <p:nvPr>
            <p:ph hasCustomPrompt="1" idx="6" type="title"/>
          </p:nvPr>
        </p:nvSpPr>
        <p:spPr>
          <a:xfrm>
            <a:off x="3177356" y="2334924"/>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6" name="Google Shape;326;p13"/>
          <p:cNvSpPr txBox="1"/>
          <p:nvPr>
            <p:ph hasCustomPrompt="1" idx="7" type="title"/>
          </p:nvPr>
        </p:nvSpPr>
        <p:spPr>
          <a:xfrm>
            <a:off x="3177356" y="4038016"/>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7" name="Google Shape;327;p13"/>
          <p:cNvSpPr txBox="1"/>
          <p:nvPr>
            <p:ph idx="1" type="subTitle"/>
          </p:nvPr>
        </p:nvSpPr>
        <p:spPr>
          <a:xfrm>
            <a:off x="4010944" y="1201329"/>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28" name="Google Shape;328;p13"/>
          <p:cNvSpPr txBox="1"/>
          <p:nvPr>
            <p:ph idx="8" type="subTitle"/>
          </p:nvPr>
        </p:nvSpPr>
        <p:spPr>
          <a:xfrm>
            <a:off x="4010944" y="1769028"/>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29" name="Google Shape;329;p13"/>
          <p:cNvSpPr txBox="1"/>
          <p:nvPr>
            <p:ph idx="9" type="subTitle"/>
          </p:nvPr>
        </p:nvSpPr>
        <p:spPr>
          <a:xfrm>
            <a:off x="4010944" y="2336727"/>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0" name="Google Shape;330;p13"/>
          <p:cNvSpPr txBox="1"/>
          <p:nvPr>
            <p:ph idx="13" type="subTitle"/>
          </p:nvPr>
        </p:nvSpPr>
        <p:spPr>
          <a:xfrm>
            <a:off x="4010941" y="2904427"/>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1" name="Google Shape;331;p13"/>
          <p:cNvSpPr txBox="1"/>
          <p:nvPr>
            <p:ph idx="14" type="subTitle"/>
          </p:nvPr>
        </p:nvSpPr>
        <p:spPr>
          <a:xfrm>
            <a:off x="4010941" y="3472126"/>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2" name="Google Shape;332;p13"/>
          <p:cNvSpPr txBox="1"/>
          <p:nvPr>
            <p:ph idx="15" type="subTitle"/>
          </p:nvPr>
        </p:nvSpPr>
        <p:spPr>
          <a:xfrm>
            <a:off x="4010941" y="4039825"/>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333" name="Google Shape;333;p13"/>
          <p:cNvGrpSpPr/>
          <p:nvPr/>
        </p:nvGrpSpPr>
        <p:grpSpPr>
          <a:xfrm>
            <a:off x="377427" y="204425"/>
            <a:ext cx="8916117" cy="4541546"/>
            <a:chOff x="377427" y="204425"/>
            <a:chExt cx="8916117" cy="4541546"/>
          </a:xfrm>
        </p:grpSpPr>
        <p:grpSp>
          <p:nvGrpSpPr>
            <p:cNvPr id="334" name="Google Shape;334;p13"/>
            <p:cNvGrpSpPr/>
            <p:nvPr/>
          </p:nvGrpSpPr>
          <p:grpSpPr>
            <a:xfrm>
              <a:off x="377427" y="3968227"/>
              <a:ext cx="200266" cy="777744"/>
              <a:chOff x="8153327" y="353177"/>
              <a:chExt cx="200266" cy="777744"/>
            </a:xfrm>
          </p:grpSpPr>
          <p:sp>
            <p:nvSpPr>
              <p:cNvPr id="335" name="Google Shape;335;p13"/>
              <p:cNvSpPr/>
              <p:nvPr/>
            </p:nvSpPr>
            <p:spPr>
              <a:xfrm rot="10800000">
                <a:off x="8153327" y="6559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rot="10800000">
                <a:off x="8310477" y="353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13"/>
            <p:cNvGrpSpPr/>
            <p:nvPr/>
          </p:nvGrpSpPr>
          <p:grpSpPr>
            <a:xfrm rot="-5400000">
              <a:off x="8807027" y="2115202"/>
              <a:ext cx="206891" cy="766144"/>
              <a:chOff x="8650702" y="1651177"/>
              <a:chExt cx="206891" cy="766144"/>
            </a:xfrm>
          </p:grpSpPr>
          <p:sp>
            <p:nvSpPr>
              <p:cNvPr id="338" name="Google Shape;338;p13"/>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 name="Google Shape;340;p13"/>
            <p:cNvGrpSpPr/>
            <p:nvPr/>
          </p:nvGrpSpPr>
          <p:grpSpPr>
            <a:xfrm>
              <a:off x="7437187" y="204425"/>
              <a:ext cx="862215" cy="240599"/>
              <a:chOff x="6903462" y="1158900"/>
              <a:chExt cx="862215" cy="240599"/>
            </a:xfrm>
          </p:grpSpPr>
          <p:sp>
            <p:nvSpPr>
              <p:cNvPr id="341" name="Google Shape;341;p13"/>
              <p:cNvSpPr/>
              <p:nvPr/>
            </p:nvSpPr>
            <p:spPr>
              <a:xfrm flipH="1">
                <a:off x="6903462" y="1158900"/>
                <a:ext cx="240599" cy="240599"/>
              </a:xfrm>
              <a:custGeom>
                <a:rect b="b" l="l" r="r" t="t"/>
                <a:pathLst>
                  <a:path extrusionOk="0" fill="none" h="1784" w="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cap="flat" cmpd="sng" w="597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flipH="1" rot="5400000">
                <a:off x="7506622" y="10417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3" name="Google Shape;343;p13"/>
          <p:cNvGrpSpPr/>
          <p:nvPr/>
        </p:nvGrpSpPr>
        <p:grpSpPr>
          <a:xfrm>
            <a:off x="-556748" y="-57000"/>
            <a:ext cx="10429656" cy="3378450"/>
            <a:chOff x="-556748" y="-57000"/>
            <a:chExt cx="10429656" cy="3378450"/>
          </a:xfrm>
        </p:grpSpPr>
        <p:grpSp>
          <p:nvGrpSpPr>
            <p:cNvPr id="344" name="Google Shape;344;p13"/>
            <p:cNvGrpSpPr/>
            <p:nvPr/>
          </p:nvGrpSpPr>
          <p:grpSpPr>
            <a:xfrm flipH="1">
              <a:off x="8221607" y="1714746"/>
              <a:ext cx="493321" cy="357312"/>
              <a:chOff x="1722354" y="229144"/>
              <a:chExt cx="1748744" cy="1266614"/>
            </a:xfrm>
          </p:grpSpPr>
          <p:sp>
            <p:nvSpPr>
              <p:cNvPr id="345" name="Google Shape;345;p1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13"/>
            <p:cNvSpPr/>
            <p:nvPr/>
          </p:nvSpPr>
          <p:spPr>
            <a:xfrm>
              <a:off x="8221600" y="-57000"/>
              <a:ext cx="1027600" cy="3378450"/>
            </a:xfrm>
            <a:custGeom>
              <a:rect b="b" l="l" r="r" t="t"/>
              <a:pathLst>
                <a:path extrusionOk="0" h="135138" w="41104">
                  <a:moveTo>
                    <a:pt x="41104" y="135138"/>
                  </a:moveTo>
                  <a:lnTo>
                    <a:pt x="0" y="111407"/>
                  </a:lnTo>
                  <a:lnTo>
                    <a:pt x="0" y="57500"/>
                  </a:lnTo>
                  <a:lnTo>
                    <a:pt x="12424" y="45076"/>
                  </a:lnTo>
                  <a:lnTo>
                    <a:pt x="12424" y="0"/>
                  </a:lnTo>
                </a:path>
              </a:pathLst>
            </a:custGeom>
            <a:noFill/>
            <a:ln cap="flat" cmpd="sng" w="9525">
              <a:solidFill>
                <a:schemeClr val="accent1"/>
              </a:solidFill>
              <a:prstDash val="solid"/>
              <a:round/>
              <a:headEnd len="med" w="med" type="none"/>
              <a:tailEnd len="med" w="med" type="none"/>
            </a:ln>
          </p:spPr>
        </p:sp>
        <p:grpSp>
          <p:nvGrpSpPr>
            <p:cNvPr id="348" name="Google Shape;348;p13"/>
            <p:cNvGrpSpPr/>
            <p:nvPr/>
          </p:nvGrpSpPr>
          <p:grpSpPr>
            <a:xfrm>
              <a:off x="8527396" y="539490"/>
              <a:ext cx="1345511" cy="273510"/>
              <a:chOff x="-6675" y="2881558"/>
              <a:chExt cx="9140700" cy="2059567"/>
            </a:xfrm>
          </p:grpSpPr>
          <p:cxnSp>
            <p:nvCxnSpPr>
              <p:cNvPr id="349" name="Google Shape;349;p1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0" name="Google Shape;350;p1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1" name="Google Shape;351;p1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2" name="Google Shape;352;p1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3" name="Google Shape;353;p1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nvGrpSpPr>
            <p:cNvPr id="354" name="Google Shape;354;p13"/>
            <p:cNvGrpSpPr/>
            <p:nvPr/>
          </p:nvGrpSpPr>
          <p:grpSpPr>
            <a:xfrm rot="10800000">
              <a:off x="-556748" y="2551975"/>
              <a:ext cx="1029243" cy="273510"/>
              <a:chOff x="-6675" y="2881558"/>
              <a:chExt cx="9140700" cy="2059567"/>
            </a:xfrm>
          </p:grpSpPr>
          <p:cxnSp>
            <p:nvCxnSpPr>
              <p:cNvPr id="355" name="Google Shape;355;p1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6" name="Google Shape;356;p1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7" name="Google Shape;357;p1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8" name="Google Shape;358;p1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9" name="Google Shape;359;p1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360" name="Google Shape;360;p13"/>
          <p:cNvGrpSpPr/>
          <p:nvPr/>
        </p:nvGrpSpPr>
        <p:grpSpPr>
          <a:xfrm>
            <a:off x="-160350" y="1017736"/>
            <a:ext cx="9034618" cy="1344543"/>
            <a:chOff x="-160350" y="1017736"/>
            <a:chExt cx="9034618" cy="1344543"/>
          </a:xfrm>
        </p:grpSpPr>
        <p:sp>
          <p:nvSpPr>
            <p:cNvPr id="361" name="Google Shape;361;p13"/>
            <p:cNvSpPr/>
            <p:nvPr/>
          </p:nvSpPr>
          <p:spPr>
            <a:xfrm rot="10800000">
              <a:off x="8834212" y="1017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rot="5400000">
              <a:off x="40062" y="21218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1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364" name="Shape 364"/>
        <p:cNvGrpSpPr/>
        <p:nvPr/>
      </p:nvGrpSpPr>
      <p:grpSpPr>
        <a:xfrm>
          <a:off x="0" y="0"/>
          <a:ext cx="0" cy="0"/>
          <a:chOff x="0" y="0"/>
          <a:chExt cx="0" cy="0"/>
        </a:xfrm>
      </p:grpSpPr>
      <p:sp>
        <p:nvSpPr>
          <p:cNvPr id="365" name="Google Shape;365;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6" name="Google Shape;366;p14"/>
          <p:cNvSpPr txBox="1"/>
          <p:nvPr>
            <p:ph idx="1" type="subTitle"/>
          </p:nvPr>
        </p:nvSpPr>
        <p:spPr>
          <a:xfrm>
            <a:off x="720000" y="1067776"/>
            <a:ext cx="7704000" cy="87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grpSp>
        <p:nvGrpSpPr>
          <p:cNvPr id="367" name="Google Shape;367;p14"/>
          <p:cNvGrpSpPr/>
          <p:nvPr/>
        </p:nvGrpSpPr>
        <p:grpSpPr>
          <a:xfrm>
            <a:off x="248963" y="1017730"/>
            <a:ext cx="8980467" cy="3860780"/>
            <a:chOff x="248963" y="1017730"/>
            <a:chExt cx="8980467" cy="3860780"/>
          </a:xfrm>
        </p:grpSpPr>
        <p:sp>
          <p:nvSpPr>
            <p:cNvPr id="368" name="Google Shape;368;p14"/>
            <p:cNvSpPr/>
            <p:nvPr/>
          </p:nvSpPr>
          <p:spPr>
            <a:xfrm>
              <a:off x="422688" y="131788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248963" y="101773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 name="Google Shape;370;p14"/>
            <p:cNvGrpSpPr/>
            <p:nvPr/>
          </p:nvGrpSpPr>
          <p:grpSpPr>
            <a:xfrm rot="-5400000">
              <a:off x="8742913" y="4391992"/>
              <a:ext cx="206891" cy="766144"/>
              <a:chOff x="8650702" y="3525402"/>
              <a:chExt cx="206891" cy="766144"/>
            </a:xfrm>
          </p:grpSpPr>
          <p:sp>
            <p:nvSpPr>
              <p:cNvPr id="371" name="Google Shape;371;p1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3" name="Google Shape;373;p14"/>
          <p:cNvGrpSpPr/>
          <p:nvPr/>
        </p:nvGrpSpPr>
        <p:grpSpPr>
          <a:xfrm>
            <a:off x="250498" y="1721188"/>
            <a:ext cx="8259948" cy="2990484"/>
            <a:chOff x="250498" y="1721188"/>
            <a:chExt cx="8259948" cy="2990484"/>
          </a:xfrm>
        </p:grpSpPr>
        <p:sp>
          <p:nvSpPr>
            <p:cNvPr id="374" name="Google Shape;374;p14"/>
            <p:cNvSpPr/>
            <p:nvPr/>
          </p:nvSpPr>
          <p:spPr>
            <a:xfrm rot="10800000">
              <a:off x="250498" y="17211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rot="-5400000">
              <a:off x="8269979" y="4471205"/>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4"/>
          <p:cNvGrpSpPr/>
          <p:nvPr/>
        </p:nvGrpSpPr>
        <p:grpSpPr>
          <a:xfrm>
            <a:off x="-2218609" y="-174950"/>
            <a:ext cx="12004520" cy="8522877"/>
            <a:chOff x="-2218609" y="-174950"/>
            <a:chExt cx="12004520" cy="8522877"/>
          </a:xfrm>
        </p:grpSpPr>
        <p:sp>
          <p:nvSpPr>
            <p:cNvPr id="377" name="Google Shape;377;p14"/>
            <p:cNvSpPr/>
            <p:nvPr/>
          </p:nvSpPr>
          <p:spPr>
            <a:xfrm>
              <a:off x="-2218609" y="-174950"/>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grpSp>
          <p:nvGrpSpPr>
            <p:cNvPr id="378" name="Google Shape;378;p14"/>
            <p:cNvGrpSpPr/>
            <p:nvPr/>
          </p:nvGrpSpPr>
          <p:grpSpPr>
            <a:xfrm flipH="1" rot="-5400000">
              <a:off x="7449713" y="4739627"/>
              <a:ext cx="493321" cy="357312"/>
              <a:chOff x="1722354" y="229144"/>
              <a:chExt cx="1748744" cy="1266614"/>
            </a:xfrm>
          </p:grpSpPr>
          <p:sp>
            <p:nvSpPr>
              <p:cNvPr id="379" name="Google Shape;379;p1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1" name="Google Shape;381;p14"/>
            <p:cNvSpPr/>
            <p:nvPr/>
          </p:nvSpPr>
          <p:spPr>
            <a:xfrm flipH="1" rot="10800000">
              <a:off x="8147148" y="2028637"/>
              <a:ext cx="1521858" cy="631929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nvGrpSpPr>
            <p:cNvPr id="382" name="Google Shape;382;p14"/>
            <p:cNvGrpSpPr/>
            <p:nvPr/>
          </p:nvGrpSpPr>
          <p:grpSpPr>
            <a:xfrm flipH="1">
              <a:off x="8820653" y="3237867"/>
              <a:ext cx="965258" cy="273510"/>
              <a:chOff x="-6675" y="2881558"/>
              <a:chExt cx="9140700" cy="2059567"/>
            </a:xfrm>
          </p:grpSpPr>
          <p:cxnSp>
            <p:nvCxnSpPr>
              <p:cNvPr id="383" name="Google Shape;383;p1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4" name="Google Shape;384;p1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5" name="Google Shape;385;p1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6" name="Google Shape;386;p1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7" name="Google Shape;387;p1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sp>
        <p:nvSpPr>
          <p:cNvPr id="388" name="Google Shape;388;p1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_1">
    <p:spTree>
      <p:nvGrpSpPr>
        <p:cNvPr id="389" name="Shape 389"/>
        <p:cNvGrpSpPr/>
        <p:nvPr/>
      </p:nvGrpSpPr>
      <p:grpSpPr>
        <a:xfrm>
          <a:off x="0" y="0"/>
          <a:ext cx="0" cy="0"/>
          <a:chOff x="0" y="0"/>
          <a:chExt cx="0" cy="0"/>
        </a:xfrm>
      </p:grpSpPr>
      <p:sp>
        <p:nvSpPr>
          <p:cNvPr id="390" name="Google Shape;390;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1" name="Google Shape;391;p15"/>
          <p:cNvSpPr txBox="1"/>
          <p:nvPr>
            <p:ph idx="1" type="subTitle"/>
          </p:nvPr>
        </p:nvSpPr>
        <p:spPr>
          <a:xfrm>
            <a:off x="720000" y="1150950"/>
            <a:ext cx="7704000" cy="29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SzPts val="1200"/>
              <a:buFont typeface="Nunito Light"/>
              <a:buChar char="○"/>
              <a:defRPr/>
            </a:lvl2pPr>
            <a:lvl3pPr lvl="2" rtl="0" algn="ctr">
              <a:lnSpc>
                <a:spcPct val="100000"/>
              </a:lnSpc>
              <a:spcBef>
                <a:spcPts val="0"/>
              </a:spcBef>
              <a:spcAft>
                <a:spcPts val="0"/>
              </a:spcAft>
              <a:buSzPts val="1200"/>
              <a:buFont typeface="Nunito Light"/>
              <a:buChar char="■"/>
              <a:defRPr/>
            </a:lvl3pPr>
            <a:lvl4pPr lvl="3" rtl="0" algn="ctr">
              <a:lnSpc>
                <a:spcPct val="100000"/>
              </a:lnSpc>
              <a:spcBef>
                <a:spcPts val="0"/>
              </a:spcBef>
              <a:spcAft>
                <a:spcPts val="0"/>
              </a:spcAft>
              <a:buSzPts val="1200"/>
              <a:buFont typeface="Nunito Light"/>
              <a:buChar char="●"/>
              <a:defRPr/>
            </a:lvl4pPr>
            <a:lvl5pPr lvl="4" rtl="0" algn="ctr">
              <a:lnSpc>
                <a:spcPct val="100000"/>
              </a:lnSpc>
              <a:spcBef>
                <a:spcPts val="0"/>
              </a:spcBef>
              <a:spcAft>
                <a:spcPts val="0"/>
              </a:spcAft>
              <a:buSzPts val="1200"/>
              <a:buFont typeface="Nunito Light"/>
              <a:buChar char="○"/>
              <a:defRPr/>
            </a:lvl5pPr>
            <a:lvl6pPr lvl="5" rtl="0" algn="ctr">
              <a:lnSpc>
                <a:spcPct val="100000"/>
              </a:lnSpc>
              <a:spcBef>
                <a:spcPts val="0"/>
              </a:spcBef>
              <a:spcAft>
                <a:spcPts val="0"/>
              </a:spcAft>
              <a:buSzPts val="1200"/>
              <a:buFont typeface="Nunito Light"/>
              <a:buChar char="■"/>
              <a:defRPr/>
            </a:lvl6pPr>
            <a:lvl7pPr lvl="6" rtl="0" algn="ctr">
              <a:lnSpc>
                <a:spcPct val="100000"/>
              </a:lnSpc>
              <a:spcBef>
                <a:spcPts val="0"/>
              </a:spcBef>
              <a:spcAft>
                <a:spcPts val="0"/>
              </a:spcAft>
              <a:buSzPts val="1200"/>
              <a:buFont typeface="Nunito Light"/>
              <a:buChar char="●"/>
              <a:defRPr/>
            </a:lvl7pPr>
            <a:lvl8pPr lvl="7" rtl="0" algn="ctr">
              <a:lnSpc>
                <a:spcPct val="100000"/>
              </a:lnSpc>
              <a:spcBef>
                <a:spcPts val="0"/>
              </a:spcBef>
              <a:spcAft>
                <a:spcPts val="0"/>
              </a:spcAft>
              <a:buSzPts val="1200"/>
              <a:buFont typeface="Nunito Light"/>
              <a:buChar char="○"/>
              <a:defRPr/>
            </a:lvl8pPr>
            <a:lvl9pPr lvl="8" rtl="0" algn="ctr">
              <a:lnSpc>
                <a:spcPct val="100000"/>
              </a:lnSpc>
              <a:spcBef>
                <a:spcPts val="0"/>
              </a:spcBef>
              <a:spcAft>
                <a:spcPts val="0"/>
              </a:spcAft>
              <a:buSzPts val="1200"/>
              <a:buFont typeface="Nunito Light"/>
              <a:buChar char="■"/>
              <a:defRPr/>
            </a:lvl9pPr>
          </a:lstStyle>
          <a:p/>
        </p:txBody>
      </p:sp>
      <p:grpSp>
        <p:nvGrpSpPr>
          <p:cNvPr id="392" name="Google Shape;392;p15"/>
          <p:cNvGrpSpPr/>
          <p:nvPr/>
        </p:nvGrpSpPr>
        <p:grpSpPr>
          <a:xfrm>
            <a:off x="8393651" y="-1627766"/>
            <a:ext cx="614899" cy="2881846"/>
            <a:chOff x="1337784" y="-2525559"/>
            <a:chExt cx="1352318" cy="6337907"/>
          </a:xfrm>
        </p:grpSpPr>
        <p:cxnSp>
          <p:nvCxnSpPr>
            <p:cNvPr id="393" name="Google Shape;393;p15"/>
            <p:cNvCxnSpPr/>
            <p:nvPr/>
          </p:nvCxnSpPr>
          <p:spPr>
            <a:xfrm rot="10800000">
              <a:off x="1337784" y="-2525559"/>
              <a:ext cx="0" cy="4990500"/>
            </a:xfrm>
            <a:prstGeom prst="straightConnector1">
              <a:avLst/>
            </a:prstGeom>
            <a:noFill/>
            <a:ln cap="flat" cmpd="sng" w="9525">
              <a:solidFill>
                <a:schemeClr val="accent2"/>
              </a:solidFill>
              <a:prstDash val="solid"/>
              <a:round/>
              <a:headEnd len="med" w="med" type="none"/>
              <a:tailEnd len="med" w="med" type="none"/>
            </a:ln>
          </p:spPr>
        </p:cxnSp>
        <p:cxnSp>
          <p:nvCxnSpPr>
            <p:cNvPr id="394" name="Google Shape;394;p15"/>
            <p:cNvCxnSpPr/>
            <p:nvPr/>
          </p:nvCxnSpPr>
          <p:spPr>
            <a:xfrm>
              <a:off x="1337784" y="2466654"/>
              <a:ext cx="984900" cy="970200"/>
            </a:xfrm>
            <a:prstGeom prst="straightConnector1">
              <a:avLst/>
            </a:prstGeom>
            <a:noFill/>
            <a:ln cap="flat" cmpd="sng" w="9525">
              <a:solidFill>
                <a:schemeClr val="accent2"/>
              </a:solidFill>
              <a:prstDash val="solid"/>
              <a:round/>
              <a:headEnd len="med" w="med" type="none"/>
              <a:tailEnd len="med" w="med" type="none"/>
            </a:ln>
          </p:spPr>
        </p:cxnSp>
        <p:sp>
          <p:nvSpPr>
            <p:cNvPr id="395" name="Google Shape;395;p15"/>
            <p:cNvSpPr/>
            <p:nvPr/>
          </p:nvSpPr>
          <p:spPr>
            <a:xfrm rot="5400000">
              <a:off x="2266990" y="3389237"/>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15"/>
          <p:cNvGrpSpPr/>
          <p:nvPr/>
        </p:nvGrpSpPr>
        <p:grpSpPr>
          <a:xfrm>
            <a:off x="6485555" y="4129788"/>
            <a:ext cx="269696" cy="1209440"/>
            <a:chOff x="6933883" y="3613321"/>
            <a:chExt cx="269696" cy="1209440"/>
          </a:xfrm>
        </p:grpSpPr>
        <p:sp>
          <p:nvSpPr>
            <p:cNvPr id="397" name="Google Shape;397;p15"/>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1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00" name="Shape 400"/>
        <p:cNvGrpSpPr/>
        <p:nvPr/>
      </p:nvGrpSpPr>
      <p:grpSpPr>
        <a:xfrm>
          <a:off x="0" y="0"/>
          <a:ext cx="0" cy="0"/>
          <a:chOff x="0" y="0"/>
          <a:chExt cx="0" cy="0"/>
        </a:xfrm>
      </p:grpSpPr>
      <p:sp>
        <p:nvSpPr>
          <p:cNvPr id="401" name="Google Shape;40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2" name="Google Shape;402;p16"/>
          <p:cNvSpPr txBox="1"/>
          <p:nvPr>
            <p:ph idx="1" type="subTitle"/>
          </p:nvPr>
        </p:nvSpPr>
        <p:spPr>
          <a:xfrm>
            <a:off x="1090025" y="2438273"/>
            <a:ext cx="2260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3" name="Google Shape;403;p16"/>
          <p:cNvSpPr txBox="1"/>
          <p:nvPr>
            <p:ph idx="2" type="subTitle"/>
          </p:nvPr>
        </p:nvSpPr>
        <p:spPr>
          <a:xfrm>
            <a:off x="3501725" y="2438273"/>
            <a:ext cx="2260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4" name="Google Shape;404;p16"/>
          <p:cNvSpPr txBox="1"/>
          <p:nvPr>
            <p:ph idx="3" type="subTitle"/>
          </p:nvPr>
        </p:nvSpPr>
        <p:spPr>
          <a:xfrm>
            <a:off x="5913431" y="2438273"/>
            <a:ext cx="2260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5" name="Google Shape;405;p16"/>
          <p:cNvSpPr txBox="1"/>
          <p:nvPr>
            <p:ph idx="4" type="subTitle"/>
          </p:nvPr>
        </p:nvSpPr>
        <p:spPr>
          <a:xfrm>
            <a:off x="1090025" y="2029925"/>
            <a:ext cx="2260200" cy="480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06" name="Google Shape;406;p16"/>
          <p:cNvSpPr txBox="1"/>
          <p:nvPr>
            <p:ph idx="5" type="subTitle"/>
          </p:nvPr>
        </p:nvSpPr>
        <p:spPr>
          <a:xfrm>
            <a:off x="3501728" y="2029925"/>
            <a:ext cx="2260200" cy="480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07" name="Google Shape;407;p16"/>
          <p:cNvSpPr txBox="1"/>
          <p:nvPr>
            <p:ph idx="6" type="subTitle"/>
          </p:nvPr>
        </p:nvSpPr>
        <p:spPr>
          <a:xfrm>
            <a:off x="5913432" y="2029925"/>
            <a:ext cx="2260200" cy="480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08" name="Google Shape;408;p16"/>
          <p:cNvGrpSpPr/>
          <p:nvPr/>
        </p:nvGrpSpPr>
        <p:grpSpPr>
          <a:xfrm>
            <a:off x="188277" y="445029"/>
            <a:ext cx="8669349" cy="4596267"/>
            <a:chOff x="188277" y="445029"/>
            <a:chExt cx="8669349" cy="4596267"/>
          </a:xfrm>
        </p:grpSpPr>
        <p:sp>
          <p:nvSpPr>
            <p:cNvPr id="409" name="Google Shape;409;p16"/>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 name="Google Shape;411;p16"/>
            <p:cNvGrpSpPr/>
            <p:nvPr/>
          </p:nvGrpSpPr>
          <p:grpSpPr>
            <a:xfrm>
              <a:off x="188277" y="4275152"/>
              <a:ext cx="206891" cy="766144"/>
              <a:chOff x="8650702" y="3525402"/>
              <a:chExt cx="206891" cy="766144"/>
            </a:xfrm>
          </p:grpSpPr>
          <p:sp>
            <p:nvSpPr>
              <p:cNvPr id="412" name="Google Shape;412;p16"/>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 name="Google Shape;414;p16"/>
          <p:cNvGrpSpPr/>
          <p:nvPr/>
        </p:nvGrpSpPr>
        <p:grpSpPr>
          <a:xfrm>
            <a:off x="478250" y="1380581"/>
            <a:ext cx="8298985" cy="1930684"/>
            <a:chOff x="478250" y="1380581"/>
            <a:chExt cx="8298985" cy="1930684"/>
          </a:xfrm>
        </p:grpSpPr>
        <p:sp>
          <p:nvSpPr>
            <p:cNvPr id="415" name="Google Shape;415;p16"/>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rot="10800000">
              <a:off x="478250" y="28703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 name="Google Shape;417;p16"/>
          <p:cNvGrpSpPr/>
          <p:nvPr/>
        </p:nvGrpSpPr>
        <p:grpSpPr>
          <a:xfrm>
            <a:off x="260198" y="-534009"/>
            <a:ext cx="8742927" cy="5946659"/>
            <a:chOff x="260198" y="-534009"/>
            <a:chExt cx="8742927" cy="5946659"/>
          </a:xfrm>
        </p:grpSpPr>
        <p:grpSp>
          <p:nvGrpSpPr>
            <p:cNvPr id="418" name="Google Shape;418;p16"/>
            <p:cNvGrpSpPr/>
            <p:nvPr/>
          </p:nvGrpSpPr>
          <p:grpSpPr>
            <a:xfrm flipH="1" rot="5400000">
              <a:off x="7247712" y="-188135"/>
              <a:ext cx="965258" cy="273510"/>
              <a:chOff x="-6675" y="2881558"/>
              <a:chExt cx="9140700" cy="2059567"/>
            </a:xfrm>
          </p:grpSpPr>
          <p:cxnSp>
            <p:nvCxnSpPr>
              <p:cNvPr id="419" name="Google Shape;419;p16"/>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0" name="Google Shape;420;p16"/>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1" name="Google Shape;421;p16"/>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2" name="Google Shape;422;p16"/>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3" name="Google Shape;423;p16"/>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424" name="Google Shape;424;p16"/>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grpSp>
          <p:nvGrpSpPr>
            <p:cNvPr id="425" name="Google Shape;425;p16"/>
            <p:cNvGrpSpPr/>
            <p:nvPr/>
          </p:nvGrpSpPr>
          <p:grpSpPr>
            <a:xfrm>
              <a:off x="260198" y="3089575"/>
              <a:ext cx="493321" cy="2323075"/>
              <a:chOff x="260198" y="3089575"/>
              <a:chExt cx="493321" cy="2323075"/>
            </a:xfrm>
          </p:grpSpPr>
          <p:grpSp>
            <p:nvGrpSpPr>
              <p:cNvPr id="426" name="Google Shape;426;p16"/>
              <p:cNvGrpSpPr/>
              <p:nvPr/>
            </p:nvGrpSpPr>
            <p:grpSpPr>
              <a:xfrm rot="10800000">
                <a:off x="260198" y="3645746"/>
                <a:ext cx="493321" cy="357312"/>
                <a:chOff x="1722354" y="229144"/>
                <a:chExt cx="1748744" cy="1266614"/>
              </a:xfrm>
            </p:grpSpPr>
            <p:sp>
              <p:nvSpPr>
                <p:cNvPr id="427" name="Google Shape;427;p1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9" name="Google Shape;429;p16"/>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med" w="med" type="none"/>
                <a:tailEnd len="med" w="med" type="none"/>
              </a:ln>
            </p:spPr>
          </p:sp>
        </p:grpSp>
      </p:grpSp>
      <p:sp>
        <p:nvSpPr>
          <p:cNvPr id="430" name="Google Shape;430;p1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31" name="Shape 431"/>
        <p:cNvGrpSpPr/>
        <p:nvPr/>
      </p:nvGrpSpPr>
      <p:grpSpPr>
        <a:xfrm>
          <a:off x="0" y="0"/>
          <a:ext cx="0" cy="0"/>
          <a:chOff x="0" y="0"/>
          <a:chExt cx="0" cy="0"/>
        </a:xfrm>
      </p:grpSpPr>
      <p:sp>
        <p:nvSpPr>
          <p:cNvPr id="432" name="Google Shape;43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433" name="Google Shape;433;p17"/>
          <p:cNvSpPr txBox="1"/>
          <p:nvPr>
            <p:ph idx="1" type="subTitle"/>
          </p:nvPr>
        </p:nvSpPr>
        <p:spPr>
          <a:xfrm>
            <a:off x="1253224" y="17701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4" name="Google Shape;434;p17"/>
          <p:cNvSpPr txBox="1"/>
          <p:nvPr>
            <p:ph idx="2" type="subTitle"/>
          </p:nvPr>
        </p:nvSpPr>
        <p:spPr>
          <a:xfrm>
            <a:off x="5079776" y="17701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5" name="Google Shape;435;p17"/>
          <p:cNvSpPr txBox="1"/>
          <p:nvPr>
            <p:ph idx="3" type="subTitle"/>
          </p:nvPr>
        </p:nvSpPr>
        <p:spPr>
          <a:xfrm>
            <a:off x="1253224" y="32817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6" name="Google Shape;436;p17"/>
          <p:cNvSpPr txBox="1"/>
          <p:nvPr>
            <p:ph idx="4" type="subTitle"/>
          </p:nvPr>
        </p:nvSpPr>
        <p:spPr>
          <a:xfrm>
            <a:off x="5079776" y="32817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7" name="Google Shape;437;p17"/>
          <p:cNvSpPr txBox="1"/>
          <p:nvPr>
            <p:ph idx="5" type="subTitle"/>
          </p:nvPr>
        </p:nvSpPr>
        <p:spPr>
          <a:xfrm>
            <a:off x="1253225" y="1316050"/>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38" name="Google Shape;438;p17"/>
          <p:cNvSpPr txBox="1"/>
          <p:nvPr>
            <p:ph idx="6" type="subTitle"/>
          </p:nvPr>
        </p:nvSpPr>
        <p:spPr>
          <a:xfrm>
            <a:off x="1253225" y="2827725"/>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39" name="Google Shape;439;p17"/>
          <p:cNvSpPr txBox="1"/>
          <p:nvPr>
            <p:ph idx="7" type="subTitle"/>
          </p:nvPr>
        </p:nvSpPr>
        <p:spPr>
          <a:xfrm>
            <a:off x="5079750" y="1316050"/>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40" name="Google Shape;440;p17"/>
          <p:cNvSpPr txBox="1"/>
          <p:nvPr>
            <p:ph idx="8" type="subTitle"/>
          </p:nvPr>
        </p:nvSpPr>
        <p:spPr>
          <a:xfrm>
            <a:off x="5079750" y="2827725"/>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41" name="Google Shape;441;p17"/>
          <p:cNvGrpSpPr/>
          <p:nvPr/>
        </p:nvGrpSpPr>
        <p:grpSpPr>
          <a:xfrm>
            <a:off x="487075" y="3743425"/>
            <a:ext cx="8733034" cy="1098995"/>
            <a:chOff x="487075" y="3743425"/>
            <a:chExt cx="8733034" cy="1098995"/>
          </a:xfrm>
        </p:grpSpPr>
        <p:sp>
          <p:nvSpPr>
            <p:cNvPr id="442" name="Google Shape;442;p17"/>
            <p:cNvSpPr/>
            <p:nvPr/>
          </p:nvSpPr>
          <p:spPr>
            <a:xfrm rot="5400000">
              <a:off x="8961054" y="37263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rot="5400000">
              <a:off x="8721654" y="35274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17"/>
            <p:cNvGrpSpPr/>
            <p:nvPr/>
          </p:nvGrpSpPr>
          <p:grpSpPr>
            <a:xfrm rot="5400000">
              <a:off x="766702" y="4355902"/>
              <a:ext cx="206891" cy="766144"/>
              <a:chOff x="8650702" y="3525402"/>
              <a:chExt cx="206891" cy="766144"/>
            </a:xfrm>
          </p:grpSpPr>
          <p:sp>
            <p:nvSpPr>
              <p:cNvPr id="445" name="Google Shape;445;p17"/>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7" name="Google Shape;447;p17"/>
          <p:cNvGrpSpPr/>
          <p:nvPr/>
        </p:nvGrpSpPr>
        <p:grpSpPr>
          <a:xfrm>
            <a:off x="197650" y="1003129"/>
            <a:ext cx="8689509" cy="2910487"/>
            <a:chOff x="197650" y="1003129"/>
            <a:chExt cx="8689509" cy="2910487"/>
          </a:xfrm>
        </p:grpSpPr>
        <p:sp>
          <p:nvSpPr>
            <p:cNvPr id="448" name="Google Shape;448;p17"/>
            <p:cNvSpPr/>
            <p:nvPr/>
          </p:nvSpPr>
          <p:spPr>
            <a:xfrm>
              <a:off x="8847104" y="10031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p:nvPr/>
          </p:nvSpPr>
          <p:spPr>
            <a:xfrm rot="10800000">
              <a:off x="197650" y="3472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17"/>
          <p:cNvGrpSpPr/>
          <p:nvPr/>
        </p:nvGrpSpPr>
        <p:grpSpPr>
          <a:xfrm>
            <a:off x="-30950" y="-166792"/>
            <a:ext cx="9501942" cy="5231667"/>
            <a:chOff x="-30950" y="-166792"/>
            <a:chExt cx="9501942" cy="5231667"/>
          </a:xfrm>
        </p:grpSpPr>
        <p:grpSp>
          <p:nvGrpSpPr>
            <p:cNvPr id="451" name="Google Shape;451;p17"/>
            <p:cNvGrpSpPr/>
            <p:nvPr/>
          </p:nvGrpSpPr>
          <p:grpSpPr>
            <a:xfrm rot="-5400000">
              <a:off x="8362773" y="2998996"/>
              <a:ext cx="493321" cy="357312"/>
              <a:chOff x="1722354" y="229144"/>
              <a:chExt cx="1748744" cy="1266614"/>
            </a:xfrm>
          </p:grpSpPr>
          <p:sp>
            <p:nvSpPr>
              <p:cNvPr id="452" name="Google Shape;452;p1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 name="Google Shape;454;p17"/>
            <p:cNvGrpSpPr/>
            <p:nvPr/>
          </p:nvGrpSpPr>
          <p:grpSpPr>
            <a:xfrm flipH="1" rot="10800000">
              <a:off x="8505734" y="1680044"/>
              <a:ext cx="965258" cy="273510"/>
              <a:chOff x="-6675" y="2881558"/>
              <a:chExt cx="9140700" cy="2059567"/>
            </a:xfrm>
          </p:grpSpPr>
          <p:cxnSp>
            <p:nvCxnSpPr>
              <p:cNvPr id="455" name="Google Shape;455;p17"/>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6" name="Google Shape;456;p17"/>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7" name="Google Shape;457;p17"/>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8" name="Google Shape;458;p17"/>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9" name="Google Shape;459;p17"/>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460" name="Google Shape;460;p17"/>
            <p:cNvSpPr/>
            <p:nvPr/>
          </p:nvSpPr>
          <p:spPr>
            <a:xfrm rot="5400000">
              <a:off x="7121670" y="121727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sp>
          <p:nvSpPr>
            <p:cNvPr id="461" name="Google Shape;461;p17"/>
            <p:cNvSpPr/>
            <p:nvPr/>
          </p:nvSpPr>
          <p:spPr>
            <a:xfrm>
              <a:off x="-30950" y="2650075"/>
              <a:ext cx="581550" cy="241480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sp>
        <p:nvSpPr>
          <p:cNvPr id="462" name="Google Shape;462;p1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3" name="Shape 463"/>
        <p:cNvGrpSpPr/>
        <p:nvPr/>
      </p:nvGrpSpPr>
      <p:grpSpPr>
        <a:xfrm>
          <a:off x="0" y="0"/>
          <a:ext cx="0" cy="0"/>
          <a:chOff x="0" y="0"/>
          <a:chExt cx="0" cy="0"/>
        </a:xfrm>
      </p:grpSpPr>
      <p:sp>
        <p:nvSpPr>
          <p:cNvPr id="464" name="Google Shape;46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465" name="Google Shape;465;p18"/>
          <p:cNvSpPr txBox="1"/>
          <p:nvPr>
            <p:ph idx="1" type="subTitle"/>
          </p:nvPr>
        </p:nvSpPr>
        <p:spPr>
          <a:xfrm>
            <a:off x="1182950" y="1729925"/>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6" name="Google Shape;466;p18"/>
          <p:cNvSpPr txBox="1"/>
          <p:nvPr>
            <p:ph idx="2" type="subTitle"/>
          </p:nvPr>
        </p:nvSpPr>
        <p:spPr>
          <a:xfrm>
            <a:off x="3580856" y="1729934"/>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7" name="Google Shape;467;p18"/>
          <p:cNvSpPr txBox="1"/>
          <p:nvPr>
            <p:ph idx="3" type="subTitle"/>
          </p:nvPr>
        </p:nvSpPr>
        <p:spPr>
          <a:xfrm>
            <a:off x="1182950" y="3419050"/>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8" name="Google Shape;468;p18"/>
          <p:cNvSpPr txBox="1"/>
          <p:nvPr>
            <p:ph idx="4" type="subTitle"/>
          </p:nvPr>
        </p:nvSpPr>
        <p:spPr>
          <a:xfrm>
            <a:off x="3579000" y="3419050"/>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9" name="Google Shape;469;p18"/>
          <p:cNvSpPr txBox="1"/>
          <p:nvPr>
            <p:ph idx="5" type="subTitle"/>
          </p:nvPr>
        </p:nvSpPr>
        <p:spPr>
          <a:xfrm>
            <a:off x="5975050" y="1729934"/>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0" name="Google Shape;470;p18"/>
          <p:cNvSpPr txBox="1"/>
          <p:nvPr>
            <p:ph idx="6" type="subTitle"/>
          </p:nvPr>
        </p:nvSpPr>
        <p:spPr>
          <a:xfrm>
            <a:off x="5975050" y="3419050"/>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1" name="Google Shape;471;p18"/>
          <p:cNvSpPr txBox="1"/>
          <p:nvPr>
            <p:ph idx="7" type="subTitle"/>
          </p:nvPr>
        </p:nvSpPr>
        <p:spPr>
          <a:xfrm>
            <a:off x="1190750" y="1396451"/>
            <a:ext cx="1978200" cy="465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2" name="Google Shape;472;p18"/>
          <p:cNvSpPr txBox="1"/>
          <p:nvPr>
            <p:ph idx="8" type="subTitle"/>
          </p:nvPr>
        </p:nvSpPr>
        <p:spPr>
          <a:xfrm>
            <a:off x="3584756" y="1396458"/>
            <a:ext cx="1978200" cy="465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3" name="Google Shape;473;p18"/>
          <p:cNvSpPr txBox="1"/>
          <p:nvPr>
            <p:ph idx="9" type="subTitle"/>
          </p:nvPr>
        </p:nvSpPr>
        <p:spPr>
          <a:xfrm>
            <a:off x="5978950" y="1396458"/>
            <a:ext cx="1978200" cy="465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4" name="Google Shape;474;p18"/>
          <p:cNvSpPr txBox="1"/>
          <p:nvPr>
            <p:ph idx="13" type="subTitle"/>
          </p:nvPr>
        </p:nvSpPr>
        <p:spPr>
          <a:xfrm>
            <a:off x="1182950" y="3082550"/>
            <a:ext cx="1986000" cy="46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5" name="Google Shape;475;p18"/>
          <p:cNvSpPr txBox="1"/>
          <p:nvPr>
            <p:ph idx="14" type="subTitle"/>
          </p:nvPr>
        </p:nvSpPr>
        <p:spPr>
          <a:xfrm>
            <a:off x="3584758" y="3082550"/>
            <a:ext cx="1978200" cy="46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6" name="Google Shape;476;p18"/>
          <p:cNvSpPr txBox="1"/>
          <p:nvPr>
            <p:ph idx="15" type="subTitle"/>
          </p:nvPr>
        </p:nvSpPr>
        <p:spPr>
          <a:xfrm>
            <a:off x="5978948" y="3082550"/>
            <a:ext cx="1978200" cy="46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77" name="Google Shape;477;p18"/>
          <p:cNvGrpSpPr/>
          <p:nvPr/>
        </p:nvGrpSpPr>
        <p:grpSpPr>
          <a:xfrm>
            <a:off x="-173589" y="2054902"/>
            <a:ext cx="8977956" cy="875138"/>
            <a:chOff x="-173589" y="2054902"/>
            <a:chExt cx="8977956" cy="875138"/>
          </a:xfrm>
        </p:grpSpPr>
        <p:sp>
          <p:nvSpPr>
            <p:cNvPr id="478" name="Google Shape;478;p18"/>
            <p:cNvSpPr/>
            <p:nvPr/>
          </p:nvSpPr>
          <p:spPr>
            <a:xfrm flipH="1" rot="-5400000">
              <a:off x="157300" y="26709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8"/>
            <p:cNvSpPr/>
            <p:nvPr/>
          </p:nvSpPr>
          <p:spPr>
            <a:xfrm flipH="1" rot="-5400000">
              <a:off x="42350" y="24235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 name="Google Shape;480;p18"/>
            <p:cNvGrpSpPr/>
            <p:nvPr/>
          </p:nvGrpSpPr>
          <p:grpSpPr>
            <a:xfrm flipH="1" rot="10800000">
              <a:off x="8597477" y="2054902"/>
              <a:ext cx="206891" cy="766144"/>
              <a:chOff x="8650702" y="3525402"/>
              <a:chExt cx="206891" cy="766144"/>
            </a:xfrm>
          </p:grpSpPr>
          <p:sp>
            <p:nvSpPr>
              <p:cNvPr id="481" name="Google Shape;481;p18"/>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3" name="Google Shape;483;p18"/>
          <p:cNvGrpSpPr/>
          <p:nvPr/>
        </p:nvGrpSpPr>
        <p:grpSpPr>
          <a:xfrm>
            <a:off x="756786" y="700836"/>
            <a:ext cx="8183234" cy="4589198"/>
            <a:chOff x="756786" y="700836"/>
            <a:chExt cx="8183234" cy="4589198"/>
          </a:xfrm>
        </p:grpSpPr>
        <p:sp>
          <p:nvSpPr>
            <p:cNvPr id="484" name="Google Shape;484;p18"/>
            <p:cNvSpPr/>
            <p:nvPr/>
          </p:nvSpPr>
          <p:spPr>
            <a:xfrm flipH="1">
              <a:off x="756786" y="484915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flipH="1" rot="10800000">
              <a:off x="8899964" y="700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 name="Google Shape;486;p18"/>
          <p:cNvGrpSpPr/>
          <p:nvPr/>
        </p:nvGrpSpPr>
        <p:grpSpPr>
          <a:xfrm>
            <a:off x="-418722" y="-549400"/>
            <a:ext cx="9906875" cy="5811597"/>
            <a:chOff x="-418722" y="-549400"/>
            <a:chExt cx="9906875" cy="5811597"/>
          </a:xfrm>
        </p:grpSpPr>
        <p:grpSp>
          <p:nvGrpSpPr>
            <p:cNvPr id="487" name="Google Shape;487;p18"/>
            <p:cNvGrpSpPr/>
            <p:nvPr/>
          </p:nvGrpSpPr>
          <p:grpSpPr>
            <a:xfrm flipH="1" rot="10800000">
              <a:off x="8269288" y="182196"/>
              <a:ext cx="493321" cy="357312"/>
              <a:chOff x="1722354" y="229144"/>
              <a:chExt cx="1748744" cy="1266614"/>
            </a:xfrm>
          </p:grpSpPr>
          <p:sp>
            <p:nvSpPr>
              <p:cNvPr id="488" name="Google Shape;488;p1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 name="Google Shape;490;p18"/>
            <p:cNvGrpSpPr/>
            <p:nvPr/>
          </p:nvGrpSpPr>
          <p:grpSpPr>
            <a:xfrm rot="10800000">
              <a:off x="-418722" y="3973294"/>
              <a:ext cx="965258" cy="273510"/>
              <a:chOff x="-6675" y="2881558"/>
              <a:chExt cx="9140700" cy="2059567"/>
            </a:xfrm>
          </p:grpSpPr>
          <p:cxnSp>
            <p:nvCxnSpPr>
              <p:cNvPr id="491" name="Google Shape;491;p18"/>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2" name="Google Shape;492;p18"/>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3" name="Google Shape;493;p18"/>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4" name="Google Shape;494;p18"/>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5" name="Google Shape;495;p18"/>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496" name="Google Shape;496;p18"/>
            <p:cNvSpPr/>
            <p:nvPr/>
          </p:nvSpPr>
          <p:spPr>
            <a:xfrm flipH="1" rot="-5400000">
              <a:off x="-642564" y="4073091"/>
              <a:ext cx="2068124" cy="310088"/>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sp>
          <p:nvSpPr>
            <p:cNvPr id="497" name="Google Shape;497;p18"/>
            <p:cNvSpPr/>
            <p:nvPr/>
          </p:nvSpPr>
          <p:spPr>
            <a:xfrm flipH="1">
              <a:off x="8573201" y="-549400"/>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sp>
        <p:nvSpPr>
          <p:cNvPr id="498" name="Google Shape;498;p1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99" name="Shape 499"/>
        <p:cNvGrpSpPr/>
        <p:nvPr/>
      </p:nvGrpSpPr>
      <p:grpSpPr>
        <a:xfrm>
          <a:off x="0" y="0"/>
          <a:ext cx="0" cy="0"/>
          <a:chOff x="0" y="0"/>
          <a:chExt cx="0" cy="0"/>
        </a:xfrm>
      </p:grpSpPr>
      <p:sp>
        <p:nvSpPr>
          <p:cNvPr id="500" name="Google Shape;500;p19"/>
          <p:cNvSpPr txBox="1"/>
          <p:nvPr>
            <p:ph hasCustomPrompt="1" type="title"/>
          </p:nvPr>
        </p:nvSpPr>
        <p:spPr>
          <a:xfrm>
            <a:off x="1022225" y="2965495"/>
            <a:ext cx="3382500" cy="7689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a:r>
              <a:t>xx%</a:t>
            </a:r>
          </a:p>
        </p:txBody>
      </p:sp>
      <p:sp>
        <p:nvSpPr>
          <p:cNvPr id="501" name="Google Shape;501;p19"/>
          <p:cNvSpPr txBox="1"/>
          <p:nvPr>
            <p:ph idx="1" type="subTitle"/>
          </p:nvPr>
        </p:nvSpPr>
        <p:spPr>
          <a:xfrm>
            <a:off x="1022225" y="3740150"/>
            <a:ext cx="3382500" cy="382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2" name="Google Shape;502;p19"/>
          <p:cNvSpPr txBox="1"/>
          <p:nvPr>
            <p:ph hasCustomPrompt="1" idx="2" type="title"/>
          </p:nvPr>
        </p:nvSpPr>
        <p:spPr>
          <a:xfrm>
            <a:off x="3035252" y="1320175"/>
            <a:ext cx="3382500" cy="7689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a:r>
              <a:t>xx%</a:t>
            </a:r>
          </a:p>
        </p:txBody>
      </p:sp>
      <p:sp>
        <p:nvSpPr>
          <p:cNvPr id="503" name="Google Shape;503;p19"/>
          <p:cNvSpPr txBox="1"/>
          <p:nvPr>
            <p:ph idx="3" type="subTitle"/>
          </p:nvPr>
        </p:nvSpPr>
        <p:spPr>
          <a:xfrm>
            <a:off x="3035252" y="2095118"/>
            <a:ext cx="3382500" cy="382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4" name="Google Shape;504;p19"/>
          <p:cNvSpPr txBox="1"/>
          <p:nvPr>
            <p:ph hasCustomPrompt="1" idx="4" type="title"/>
          </p:nvPr>
        </p:nvSpPr>
        <p:spPr>
          <a:xfrm>
            <a:off x="5048280" y="2965495"/>
            <a:ext cx="3382500" cy="7689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a:r>
              <a:t>xx%</a:t>
            </a:r>
          </a:p>
        </p:txBody>
      </p:sp>
      <p:sp>
        <p:nvSpPr>
          <p:cNvPr id="505" name="Google Shape;505;p19"/>
          <p:cNvSpPr txBox="1"/>
          <p:nvPr>
            <p:ph idx="5" type="subTitle"/>
          </p:nvPr>
        </p:nvSpPr>
        <p:spPr>
          <a:xfrm>
            <a:off x="5048280" y="3740150"/>
            <a:ext cx="3382500" cy="382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6" name="Google Shape;506;p19"/>
          <p:cNvSpPr/>
          <p:nvPr/>
        </p:nvSpPr>
        <p:spPr>
          <a:xfrm rot="5400000">
            <a:off x="9120511" y="6970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7" name="Google Shape;507;p19"/>
          <p:cNvGrpSpPr/>
          <p:nvPr/>
        </p:nvGrpSpPr>
        <p:grpSpPr>
          <a:xfrm>
            <a:off x="-739800" y="415860"/>
            <a:ext cx="10142602" cy="2150259"/>
            <a:chOff x="-739800" y="415860"/>
            <a:chExt cx="10142602" cy="2150259"/>
          </a:xfrm>
        </p:grpSpPr>
        <p:grpSp>
          <p:nvGrpSpPr>
            <p:cNvPr id="508" name="Google Shape;508;p19"/>
            <p:cNvGrpSpPr/>
            <p:nvPr/>
          </p:nvGrpSpPr>
          <p:grpSpPr>
            <a:xfrm rot="5400000">
              <a:off x="8699132" y="-40532"/>
              <a:ext cx="247278" cy="1160062"/>
              <a:chOff x="1463894" y="1434556"/>
              <a:chExt cx="247278" cy="1160062"/>
            </a:xfrm>
          </p:grpSpPr>
          <p:sp>
            <p:nvSpPr>
              <p:cNvPr id="509" name="Google Shape;509;p19"/>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19"/>
            <p:cNvGrpSpPr/>
            <p:nvPr/>
          </p:nvGrpSpPr>
          <p:grpSpPr>
            <a:xfrm>
              <a:off x="-739800" y="1454775"/>
              <a:ext cx="1111343" cy="1111343"/>
              <a:chOff x="8307725" y="278700"/>
              <a:chExt cx="1111343" cy="1111343"/>
            </a:xfrm>
          </p:grpSpPr>
          <p:sp>
            <p:nvSpPr>
              <p:cNvPr id="512" name="Google Shape;512;p19"/>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9"/>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4" name="Google Shape;514;p19"/>
          <p:cNvGrpSpPr/>
          <p:nvPr/>
        </p:nvGrpSpPr>
        <p:grpSpPr>
          <a:xfrm>
            <a:off x="-1340979" y="-3183303"/>
            <a:ext cx="10223939" cy="12189165"/>
            <a:chOff x="-1340979" y="-3183303"/>
            <a:chExt cx="10223939" cy="12189165"/>
          </a:xfrm>
        </p:grpSpPr>
        <p:grpSp>
          <p:nvGrpSpPr>
            <p:cNvPr id="515" name="Google Shape;515;p19"/>
            <p:cNvGrpSpPr/>
            <p:nvPr/>
          </p:nvGrpSpPr>
          <p:grpSpPr>
            <a:xfrm>
              <a:off x="3772273" y="2152995"/>
              <a:ext cx="5110686" cy="6852868"/>
              <a:chOff x="3772273" y="2152995"/>
              <a:chExt cx="5110686" cy="6852868"/>
            </a:xfrm>
          </p:grpSpPr>
          <p:grpSp>
            <p:nvGrpSpPr>
              <p:cNvPr id="516" name="Google Shape;516;p19"/>
              <p:cNvGrpSpPr/>
              <p:nvPr/>
            </p:nvGrpSpPr>
            <p:grpSpPr>
              <a:xfrm rot="10800000">
                <a:off x="8201743" y="2152995"/>
                <a:ext cx="681217" cy="3360485"/>
                <a:chOff x="1337800" y="-2525590"/>
                <a:chExt cx="1498167" cy="7390555"/>
              </a:xfrm>
            </p:grpSpPr>
            <p:cxnSp>
              <p:nvCxnSpPr>
                <p:cNvPr id="517" name="Google Shape;517;p19"/>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518" name="Google Shape;518;p19"/>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519" name="Google Shape;519;p1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 name="Google Shape;520;p19"/>
              <p:cNvGrpSpPr/>
              <p:nvPr/>
            </p:nvGrpSpPr>
            <p:grpSpPr>
              <a:xfrm flipH="1" rot="5400000">
                <a:off x="1841424" y="6449892"/>
                <a:ext cx="4486819" cy="625122"/>
                <a:chOff x="-78438" y="4073905"/>
                <a:chExt cx="4486819" cy="625122"/>
              </a:xfrm>
            </p:grpSpPr>
            <p:cxnSp>
              <p:nvCxnSpPr>
                <p:cNvPr id="521" name="Google Shape;521;p19"/>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522" name="Google Shape;522;p19"/>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523" name="Google Shape;523;p19"/>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4" name="Google Shape;524;p19"/>
            <p:cNvSpPr/>
            <p:nvPr/>
          </p:nvSpPr>
          <p:spPr>
            <a:xfrm flipH="1" rot="-5400000">
              <a:off x="229850" y="-2095662"/>
              <a:ext cx="1197198" cy="4338856"/>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525" name="Google Shape;525;p19"/>
            <p:cNvGrpSpPr/>
            <p:nvPr/>
          </p:nvGrpSpPr>
          <p:grpSpPr>
            <a:xfrm rot="-5400000">
              <a:off x="1113139" y="743908"/>
              <a:ext cx="493321" cy="357312"/>
              <a:chOff x="1722354" y="229144"/>
              <a:chExt cx="1748744" cy="1266614"/>
            </a:xfrm>
          </p:grpSpPr>
          <p:sp>
            <p:nvSpPr>
              <p:cNvPr id="526" name="Google Shape;526;p1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 name="Google Shape;528;p19"/>
            <p:cNvGrpSpPr/>
            <p:nvPr/>
          </p:nvGrpSpPr>
          <p:grpSpPr>
            <a:xfrm rot="5400000">
              <a:off x="-1009100" y="-1561400"/>
              <a:ext cx="3859204" cy="615399"/>
              <a:chOff x="-6675" y="307100"/>
              <a:chExt cx="9140700" cy="4634025"/>
            </a:xfrm>
          </p:grpSpPr>
          <p:cxnSp>
            <p:nvCxnSpPr>
              <p:cNvPr id="529" name="Google Shape;529;p19"/>
              <p:cNvCxnSpPr/>
              <p:nvPr/>
            </p:nvCxnSpPr>
            <p:spPr>
              <a:xfrm>
                <a:off x="-6675" y="307100"/>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0" name="Google Shape;530;p19"/>
              <p:cNvCxnSpPr/>
              <p:nvPr/>
            </p:nvCxnSpPr>
            <p:spPr>
              <a:xfrm>
                <a:off x="-6675" y="1336883"/>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1" name="Google Shape;531;p19"/>
              <p:cNvCxnSpPr/>
              <p:nvPr/>
            </p:nvCxnSpPr>
            <p:spPr>
              <a:xfrm>
                <a:off x="-6675" y="821992"/>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2" name="Google Shape;532;p19"/>
              <p:cNvCxnSpPr/>
              <p:nvPr/>
            </p:nvCxnSpPr>
            <p:spPr>
              <a:xfrm>
                <a:off x="-6675" y="1851775"/>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3" name="Google Shape;533;p19"/>
              <p:cNvCxnSpPr/>
              <p:nvPr/>
            </p:nvCxnSpPr>
            <p:spPr>
              <a:xfrm>
                <a:off x="-6675" y="2366667"/>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4" name="Google Shape;534;p19"/>
              <p:cNvCxnSpPr/>
              <p:nvPr/>
            </p:nvCxnSpPr>
            <p:spPr>
              <a:xfrm>
                <a:off x="-6675" y="2881558"/>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5" name="Google Shape;535;p19"/>
              <p:cNvCxnSpPr/>
              <p:nvPr/>
            </p:nvCxnSpPr>
            <p:spPr>
              <a:xfrm>
                <a:off x="-6675" y="3396450"/>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6" name="Google Shape;536;p19"/>
              <p:cNvCxnSpPr/>
              <p:nvPr/>
            </p:nvCxnSpPr>
            <p:spPr>
              <a:xfrm>
                <a:off x="-6675" y="3911342"/>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7" name="Google Shape;537;p19"/>
              <p:cNvCxnSpPr/>
              <p:nvPr/>
            </p:nvCxnSpPr>
            <p:spPr>
              <a:xfrm>
                <a:off x="-6675" y="4426233"/>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8" name="Google Shape;538;p19"/>
              <p:cNvCxnSpPr/>
              <p:nvPr/>
            </p:nvCxnSpPr>
            <p:spPr>
              <a:xfrm>
                <a:off x="-6675" y="4941125"/>
                <a:ext cx="91407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39" name="Shape 539"/>
        <p:cNvGrpSpPr/>
        <p:nvPr/>
      </p:nvGrpSpPr>
      <p:grpSpPr>
        <a:xfrm>
          <a:off x="0" y="0"/>
          <a:ext cx="0" cy="0"/>
          <a:chOff x="0" y="0"/>
          <a:chExt cx="0" cy="0"/>
        </a:xfrm>
      </p:grpSpPr>
      <p:sp>
        <p:nvSpPr>
          <p:cNvPr id="540" name="Google Shape;54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41" name="Google Shape;541;p20"/>
          <p:cNvGrpSpPr/>
          <p:nvPr/>
        </p:nvGrpSpPr>
        <p:grpSpPr>
          <a:xfrm>
            <a:off x="998300" y="1868336"/>
            <a:ext cx="7850818" cy="2922793"/>
            <a:chOff x="998300" y="1868336"/>
            <a:chExt cx="7850818" cy="2922793"/>
          </a:xfrm>
        </p:grpSpPr>
        <p:sp>
          <p:nvSpPr>
            <p:cNvPr id="542" name="Google Shape;542;p20"/>
            <p:cNvSpPr/>
            <p:nvPr/>
          </p:nvSpPr>
          <p:spPr>
            <a:xfrm rot="10800000">
              <a:off x="8809062" y="18683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rot="5400000">
              <a:off x="1198712" y="4550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 name="Google Shape;544;p20"/>
          <p:cNvGrpSpPr/>
          <p:nvPr/>
        </p:nvGrpSpPr>
        <p:grpSpPr>
          <a:xfrm>
            <a:off x="1588038" y="2433589"/>
            <a:ext cx="7438817" cy="2528055"/>
            <a:chOff x="1588038" y="2433589"/>
            <a:chExt cx="7438817" cy="2528055"/>
          </a:xfrm>
        </p:grpSpPr>
        <p:grpSp>
          <p:nvGrpSpPr>
            <p:cNvPr id="545" name="Google Shape;545;p20"/>
            <p:cNvGrpSpPr/>
            <p:nvPr/>
          </p:nvGrpSpPr>
          <p:grpSpPr>
            <a:xfrm>
              <a:off x="8849114" y="2433589"/>
              <a:ext cx="177741" cy="1555069"/>
              <a:chOff x="8535452" y="862252"/>
              <a:chExt cx="177741" cy="1555069"/>
            </a:xfrm>
          </p:grpSpPr>
          <p:sp>
            <p:nvSpPr>
              <p:cNvPr id="546" name="Google Shape;546;p20"/>
              <p:cNvSpPr/>
              <p:nvPr/>
            </p:nvSpPr>
            <p:spPr>
              <a:xfrm rot="10800000">
                <a:off x="8670077" y="862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 name="Google Shape;548;p20"/>
            <p:cNvGrpSpPr/>
            <p:nvPr/>
          </p:nvGrpSpPr>
          <p:grpSpPr>
            <a:xfrm rot="5400000">
              <a:off x="1804739" y="4491002"/>
              <a:ext cx="253941" cy="687344"/>
              <a:chOff x="8459252" y="1335702"/>
              <a:chExt cx="253941" cy="687344"/>
            </a:xfrm>
          </p:grpSpPr>
          <p:sp>
            <p:nvSpPr>
              <p:cNvPr id="549" name="Google Shape;549;p20"/>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rot="10800000">
                <a:off x="84592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1" name="Google Shape;551;p20"/>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20"/>
          <p:cNvGrpSpPr/>
          <p:nvPr/>
        </p:nvGrpSpPr>
        <p:grpSpPr>
          <a:xfrm>
            <a:off x="-1189524" y="-111325"/>
            <a:ext cx="10408499" cy="5362150"/>
            <a:chOff x="-1189524" y="-111325"/>
            <a:chExt cx="10408499" cy="5362150"/>
          </a:xfrm>
        </p:grpSpPr>
        <p:grpSp>
          <p:nvGrpSpPr>
            <p:cNvPr id="553" name="Google Shape;553;p20"/>
            <p:cNvGrpSpPr/>
            <p:nvPr/>
          </p:nvGrpSpPr>
          <p:grpSpPr>
            <a:xfrm>
              <a:off x="-1189524" y="-111325"/>
              <a:ext cx="10408499" cy="5362150"/>
              <a:chOff x="-1189524" y="-111325"/>
              <a:chExt cx="10408499" cy="5362150"/>
            </a:xfrm>
          </p:grpSpPr>
          <p:sp>
            <p:nvSpPr>
              <p:cNvPr id="554" name="Google Shape;554;p20"/>
              <p:cNvSpPr/>
              <p:nvPr/>
            </p:nvSpPr>
            <p:spPr>
              <a:xfrm>
                <a:off x="8138725" y="-111325"/>
                <a:ext cx="1080250" cy="3643550"/>
              </a:xfrm>
              <a:custGeom>
                <a:rect b="b" l="l" r="r" t="t"/>
                <a:pathLst>
                  <a:path extrusionOk="0" h="145742" w="43210">
                    <a:moveTo>
                      <a:pt x="43210" y="145742"/>
                    </a:moveTo>
                    <a:lnTo>
                      <a:pt x="19027" y="121559"/>
                    </a:lnTo>
                    <a:lnTo>
                      <a:pt x="19027" y="73316"/>
                    </a:lnTo>
                    <a:lnTo>
                      <a:pt x="29523" y="62820"/>
                    </a:lnTo>
                    <a:lnTo>
                      <a:pt x="29523" y="27405"/>
                    </a:lnTo>
                    <a:lnTo>
                      <a:pt x="2117" y="0"/>
                    </a:lnTo>
                    <a:lnTo>
                      <a:pt x="0" y="2117"/>
                    </a:lnTo>
                  </a:path>
                </a:pathLst>
              </a:custGeom>
              <a:noFill/>
              <a:ln cap="flat" cmpd="sng" w="9525">
                <a:solidFill>
                  <a:schemeClr val="accent1"/>
                </a:solidFill>
                <a:prstDash val="solid"/>
                <a:round/>
                <a:headEnd len="med" w="med" type="none"/>
                <a:tailEnd len="med" w="med" type="none"/>
              </a:ln>
            </p:spPr>
          </p:sp>
          <p:sp>
            <p:nvSpPr>
              <p:cNvPr id="555" name="Google Shape;555;p20"/>
              <p:cNvSpPr/>
              <p:nvPr/>
            </p:nvSpPr>
            <p:spPr>
              <a:xfrm>
                <a:off x="340625" y="2654525"/>
                <a:ext cx="340625" cy="2596300"/>
              </a:xfrm>
              <a:custGeom>
                <a:rect b="b" l="l" r="r" t="t"/>
                <a:pathLst>
                  <a:path extrusionOk="0" h="103852" w="13625">
                    <a:moveTo>
                      <a:pt x="13625" y="103852"/>
                    </a:moveTo>
                    <a:lnTo>
                      <a:pt x="13625" y="82738"/>
                    </a:lnTo>
                    <a:lnTo>
                      <a:pt x="0" y="69112"/>
                    </a:lnTo>
                    <a:lnTo>
                      <a:pt x="0" y="0"/>
                    </a:lnTo>
                  </a:path>
                </a:pathLst>
              </a:custGeom>
              <a:noFill/>
              <a:ln cap="flat" cmpd="sng" w="9525">
                <a:solidFill>
                  <a:schemeClr val="accent1"/>
                </a:solidFill>
                <a:prstDash val="solid"/>
                <a:round/>
                <a:headEnd len="med" w="med" type="none"/>
                <a:tailEnd len="med" w="med" type="none"/>
              </a:ln>
            </p:spPr>
          </p:sp>
          <p:grpSp>
            <p:nvGrpSpPr>
              <p:cNvPr id="556" name="Google Shape;556;p20"/>
              <p:cNvGrpSpPr/>
              <p:nvPr/>
            </p:nvGrpSpPr>
            <p:grpSpPr>
              <a:xfrm>
                <a:off x="-1189524" y="3454365"/>
                <a:ext cx="1530153" cy="273510"/>
                <a:chOff x="-6675" y="2881558"/>
                <a:chExt cx="9140700" cy="2059567"/>
              </a:xfrm>
            </p:grpSpPr>
            <p:cxnSp>
              <p:nvCxnSpPr>
                <p:cNvPr id="557" name="Google Shape;557;p20"/>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58" name="Google Shape;558;p20"/>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59" name="Google Shape;559;p20"/>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60" name="Google Shape;560;p20"/>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61" name="Google Shape;561;p20"/>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562" name="Google Shape;562;p20"/>
            <p:cNvGrpSpPr/>
            <p:nvPr/>
          </p:nvGrpSpPr>
          <p:grpSpPr>
            <a:xfrm rot="5400000">
              <a:off x="2331732" y="4765921"/>
              <a:ext cx="493321" cy="357312"/>
              <a:chOff x="1722354" y="229144"/>
              <a:chExt cx="1748744" cy="1266614"/>
            </a:xfrm>
          </p:grpSpPr>
          <p:sp>
            <p:nvSpPr>
              <p:cNvPr id="563" name="Google Shape;563;p2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565" name="Shape 565"/>
        <p:cNvGrpSpPr/>
        <p:nvPr/>
      </p:nvGrpSpPr>
      <p:grpSpPr>
        <a:xfrm>
          <a:off x="0" y="0"/>
          <a:ext cx="0" cy="0"/>
          <a:chOff x="0" y="0"/>
          <a:chExt cx="0" cy="0"/>
        </a:xfrm>
      </p:grpSpPr>
      <p:sp>
        <p:nvSpPr>
          <p:cNvPr id="566" name="Google Shape;566;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67" name="Google Shape;567;p21"/>
          <p:cNvGrpSpPr/>
          <p:nvPr/>
        </p:nvGrpSpPr>
        <p:grpSpPr>
          <a:xfrm>
            <a:off x="-116589" y="2639527"/>
            <a:ext cx="8996156" cy="1843388"/>
            <a:chOff x="-116589" y="2639527"/>
            <a:chExt cx="8996156" cy="1843388"/>
          </a:xfrm>
        </p:grpSpPr>
        <p:sp>
          <p:nvSpPr>
            <p:cNvPr id="568" name="Google Shape;568;p21"/>
            <p:cNvSpPr/>
            <p:nvPr/>
          </p:nvSpPr>
          <p:spPr>
            <a:xfrm flipH="1" rot="-5400000">
              <a:off x="399500" y="42238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flipH="1" rot="-5400000">
              <a:off x="99350" y="405013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0" name="Google Shape;570;p21"/>
            <p:cNvGrpSpPr/>
            <p:nvPr/>
          </p:nvGrpSpPr>
          <p:grpSpPr>
            <a:xfrm flipH="1" rot="10800000">
              <a:off x="8672677" y="2639527"/>
              <a:ext cx="206891" cy="766144"/>
              <a:chOff x="8650702" y="3525402"/>
              <a:chExt cx="206891" cy="766144"/>
            </a:xfrm>
          </p:grpSpPr>
          <p:sp>
            <p:nvSpPr>
              <p:cNvPr id="571" name="Google Shape;571;p21"/>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1"/>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3" name="Google Shape;573;p21"/>
          <p:cNvGrpSpPr/>
          <p:nvPr/>
        </p:nvGrpSpPr>
        <p:grpSpPr>
          <a:xfrm>
            <a:off x="2729174" y="3358511"/>
            <a:ext cx="6150396" cy="1485586"/>
            <a:chOff x="2729174" y="3358511"/>
            <a:chExt cx="6150396" cy="1485586"/>
          </a:xfrm>
        </p:grpSpPr>
        <p:sp>
          <p:nvSpPr>
            <p:cNvPr id="574" name="Google Shape;574;p21"/>
            <p:cNvSpPr/>
            <p:nvPr/>
          </p:nvSpPr>
          <p:spPr>
            <a:xfrm flipH="1" rot="5400000">
              <a:off x="2929586" y="46036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flipH="1" rot="10800000">
              <a:off x="8839514" y="3358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 name="Google Shape;576;p21"/>
          <p:cNvGrpSpPr/>
          <p:nvPr/>
        </p:nvGrpSpPr>
        <p:grpSpPr>
          <a:xfrm>
            <a:off x="-1381309" y="-1875175"/>
            <a:ext cx="10981145" cy="7138447"/>
            <a:chOff x="-1381309" y="-1875175"/>
            <a:chExt cx="10981145" cy="7138447"/>
          </a:xfrm>
        </p:grpSpPr>
        <p:sp>
          <p:nvSpPr>
            <p:cNvPr id="577" name="Google Shape;577;p21"/>
            <p:cNvSpPr/>
            <p:nvPr/>
          </p:nvSpPr>
          <p:spPr>
            <a:xfrm flipH="1" rot="10800000">
              <a:off x="-1381309" y="4693337"/>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grpSp>
          <p:nvGrpSpPr>
            <p:cNvPr id="578" name="Google Shape;578;p21"/>
            <p:cNvGrpSpPr/>
            <p:nvPr/>
          </p:nvGrpSpPr>
          <p:grpSpPr>
            <a:xfrm>
              <a:off x="8229051" y="-1875175"/>
              <a:ext cx="1370785" cy="4060574"/>
              <a:chOff x="8229051" y="-1875175"/>
              <a:chExt cx="1370785" cy="4060574"/>
            </a:xfrm>
          </p:grpSpPr>
          <p:grpSp>
            <p:nvGrpSpPr>
              <p:cNvPr id="579" name="Google Shape;579;p21"/>
              <p:cNvGrpSpPr/>
              <p:nvPr/>
            </p:nvGrpSpPr>
            <p:grpSpPr>
              <a:xfrm>
                <a:off x="8229051" y="-1875175"/>
                <a:ext cx="914953" cy="4060574"/>
                <a:chOff x="8229051" y="-1875175"/>
                <a:chExt cx="914953" cy="4060574"/>
              </a:xfrm>
            </p:grpSpPr>
            <p:grpSp>
              <p:nvGrpSpPr>
                <p:cNvPr id="580" name="Google Shape;580;p21"/>
                <p:cNvGrpSpPr/>
                <p:nvPr/>
              </p:nvGrpSpPr>
              <p:grpSpPr>
                <a:xfrm rot="-5400000">
                  <a:off x="8480363" y="1760083"/>
                  <a:ext cx="493321" cy="357312"/>
                  <a:chOff x="1722354" y="229144"/>
                  <a:chExt cx="1748744" cy="1266614"/>
                </a:xfrm>
              </p:grpSpPr>
              <p:sp>
                <p:nvSpPr>
                  <p:cNvPr id="581" name="Google Shape;581;p2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21"/>
                <p:cNvSpPr/>
                <p:nvPr/>
              </p:nvSpPr>
              <p:spPr>
                <a:xfrm>
                  <a:off x="8229051" y="-1875175"/>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grpSp>
            <p:nvGrpSpPr>
              <p:cNvPr id="584" name="Google Shape;584;p21"/>
              <p:cNvGrpSpPr/>
              <p:nvPr/>
            </p:nvGrpSpPr>
            <p:grpSpPr>
              <a:xfrm rot="10800000">
                <a:off x="8634578" y="861419"/>
                <a:ext cx="965258" cy="273510"/>
                <a:chOff x="-6675" y="2881558"/>
                <a:chExt cx="9140700" cy="2059567"/>
              </a:xfrm>
            </p:grpSpPr>
            <p:cxnSp>
              <p:nvCxnSpPr>
                <p:cNvPr id="585" name="Google Shape;585;p21"/>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6" name="Google Shape;586;p21"/>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7" name="Google Shape;587;p21"/>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8" name="Google Shape;588;p21"/>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9" name="Google Shape;589;p21"/>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sp>
        <p:nvSpPr>
          <p:cNvPr id="590" name="Google Shape;590;p2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91" name="Shape 591"/>
        <p:cNvGrpSpPr/>
        <p:nvPr/>
      </p:nvGrpSpPr>
      <p:grpSpPr>
        <a:xfrm>
          <a:off x="0" y="0"/>
          <a:ext cx="0" cy="0"/>
          <a:chOff x="0" y="0"/>
          <a:chExt cx="0" cy="0"/>
        </a:xfrm>
      </p:grpSpPr>
      <p:sp>
        <p:nvSpPr>
          <p:cNvPr id="592" name="Google Shape;592;p22"/>
          <p:cNvSpPr txBox="1"/>
          <p:nvPr>
            <p:ph type="title"/>
          </p:nvPr>
        </p:nvSpPr>
        <p:spPr>
          <a:xfrm>
            <a:off x="1098475" y="834600"/>
            <a:ext cx="4448100" cy="970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4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3" name="Google Shape;593;p22"/>
          <p:cNvSpPr txBox="1"/>
          <p:nvPr>
            <p:ph idx="1" type="subTitle"/>
          </p:nvPr>
        </p:nvSpPr>
        <p:spPr>
          <a:xfrm>
            <a:off x="1098425" y="1805100"/>
            <a:ext cx="44481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4" name="Google Shape;594;p22"/>
          <p:cNvSpPr txBox="1"/>
          <p:nvPr/>
        </p:nvSpPr>
        <p:spPr>
          <a:xfrm>
            <a:off x="1098425" y="34595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Hanken Grotesk"/>
                <a:ea typeface="Hanken Grotesk"/>
                <a:cs typeface="Hanken Grotesk"/>
                <a:sym typeface="Hanken Grotesk"/>
              </a:rPr>
              <a:t>CREDITS:</a:t>
            </a:r>
            <a:r>
              <a:rPr lang="en" sz="1200">
                <a:solidFill>
                  <a:schemeClr val="dk1"/>
                </a:solidFill>
                <a:latin typeface="Hanken Grotesk"/>
                <a:ea typeface="Hanken Grotesk"/>
                <a:cs typeface="Hanken Grotesk"/>
                <a:sym typeface="Hanken Grotesk"/>
              </a:rPr>
              <a:t> This presentation template was created by </a:t>
            </a:r>
            <a:r>
              <a:rPr b="1" lang="en" sz="1200" u="sng">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lang="en" sz="1200">
                <a:solidFill>
                  <a:schemeClr val="dk1"/>
                </a:solidFill>
                <a:latin typeface="Hanken Grotesk"/>
                <a:ea typeface="Hanken Grotesk"/>
                <a:cs typeface="Hanken Grotesk"/>
                <a:sym typeface="Hanken Grotesk"/>
              </a:rPr>
              <a:t>, and includes icons by </a:t>
            </a:r>
            <a:r>
              <a:rPr b="1" lang="en" sz="1200" u="sng">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lang="en" sz="1200">
                <a:solidFill>
                  <a:schemeClr val="dk1"/>
                </a:solidFill>
                <a:latin typeface="Hanken Grotesk"/>
                <a:ea typeface="Hanken Grotesk"/>
                <a:cs typeface="Hanken Grotesk"/>
                <a:sym typeface="Hanken Grotesk"/>
              </a:rPr>
              <a:t>, and infographics &amp; images by </a:t>
            </a:r>
            <a:r>
              <a:rPr b="1" lang="en" sz="1200" u="sng">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lang="en" sz="1200" u="sng">
                <a:solidFill>
                  <a:schemeClr val="dk1"/>
                </a:solidFill>
                <a:latin typeface="Hanken Grotesk"/>
                <a:ea typeface="Hanken Grotesk"/>
                <a:cs typeface="Hanken Grotesk"/>
                <a:sym typeface="Hanken Grotesk"/>
              </a:rPr>
              <a:t> </a:t>
            </a:r>
            <a:endParaRPr b="1" sz="1200" u="sng">
              <a:solidFill>
                <a:schemeClr val="dk1"/>
              </a:solidFill>
              <a:latin typeface="Hanken Grotesk"/>
              <a:ea typeface="Hanken Grotesk"/>
              <a:cs typeface="Hanken Grotesk"/>
              <a:sym typeface="Hanken Grotesk"/>
            </a:endParaRPr>
          </a:p>
        </p:txBody>
      </p:sp>
      <p:sp>
        <p:nvSpPr>
          <p:cNvPr id="595" name="Google Shape;595;p22"/>
          <p:cNvSpPr/>
          <p:nvPr/>
        </p:nvSpPr>
        <p:spPr>
          <a:xfrm rot="5400000">
            <a:off x="8249111" y="1753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 name="Google Shape;596;p22"/>
          <p:cNvGrpSpPr/>
          <p:nvPr/>
        </p:nvGrpSpPr>
        <p:grpSpPr>
          <a:xfrm>
            <a:off x="-563925" y="0"/>
            <a:ext cx="7843827" cy="1111343"/>
            <a:chOff x="-563925" y="0"/>
            <a:chExt cx="7843827" cy="1111343"/>
          </a:xfrm>
        </p:grpSpPr>
        <p:grpSp>
          <p:nvGrpSpPr>
            <p:cNvPr id="597" name="Google Shape;597;p22"/>
            <p:cNvGrpSpPr/>
            <p:nvPr/>
          </p:nvGrpSpPr>
          <p:grpSpPr>
            <a:xfrm rot="5400000">
              <a:off x="6576232" y="-80607"/>
              <a:ext cx="247278" cy="1160062"/>
              <a:chOff x="1463894" y="1434556"/>
              <a:chExt cx="247278" cy="1160062"/>
            </a:xfrm>
          </p:grpSpPr>
          <p:sp>
            <p:nvSpPr>
              <p:cNvPr id="598" name="Google Shape;598;p22"/>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22"/>
            <p:cNvGrpSpPr/>
            <p:nvPr/>
          </p:nvGrpSpPr>
          <p:grpSpPr>
            <a:xfrm>
              <a:off x="-563925" y="0"/>
              <a:ext cx="1111343" cy="1111343"/>
              <a:chOff x="8307725" y="278700"/>
              <a:chExt cx="1111343" cy="1111343"/>
            </a:xfrm>
          </p:grpSpPr>
          <p:sp>
            <p:nvSpPr>
              <p:cNvPr id="601" name="Google Shape;601;p2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03" name="Shape 603"/>
        <p:cNvGrpSpPr/>
        <p:nvPr/>
      </p:nvGrpSpPr>
      <p:grpSpPr>
        <a:xfrm>
          <a:off x="0" y="0"/>
          <a:ext cx="0" cy="0"/>
          <a:chOff x="0" y="0"/>
          <a:chExt cx="0" cy="0"/>
        </a:xfrm>
      </p:grpSpPr>
      <p:grpSp>
        <p:nvGrpSpPr>
          <p:cNvPr id="604" name="Google Shape;604;p23"/>
          <p:cNvGrpSpPr/>
          <p:nvPr/>
        </p:nvGrpSpPr>
        <p:grpSpPr>
          <a:xfrm>
            <a:off x="247028" y="2099252"/>
            <a:ext cx="8667366" cy="1707744"/>
            <a:chOff x="247028" y="2099252"/>
            <a:chExt cx="8667366" cy="1707744"/>
          </a:xfrm>
        </p:grpSpPr>
        <p:sp>
          <p:nvSpPr>
            <p:cNvPr id="605" name="Google Shape;605;p23"/>
            <p:cNvSpPr/>
            <p:nvPr/>
          </p:nvSpPr>
          <p:spPr>
            <a:xfrm flipH="1" rot="10800000">
              <a:off x="410803" y="2099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3"/>
            <p:cNvSpPr/>
            <p:nvPr/>
          </p:nvSpPr>
          <p:spPr>
            <a:xfrm flipH="1" rot="10800000">
              <a:off x="247028" y="2390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 name="Google Shape;607;p23"/>
            <p:cNvGrpSpPr/>
            <p:nvPr/>
          </p:nvGrpSpPr>
          <p:grpSpPr>
            <a:xfrm flipH="1">
              <a:off x="8707503" y="3040852"/>
              <a:ext cx="206891" cy="766144"/>
              <a:chOff x="8650702" y="3525402"/>
              <a:chExt cx="206891" cy="766144"/>
            </a:xfrm>
          </p:grpSpPr>
          <p:sp>
            <p:nvSpPr>
              <p:cNvPr id="608" name="Google Shape;608;p23"/>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3"/>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0" name="Google Shape;610;p23"/>
          <p:cNvGrpSpPr/>
          <p:nvPr/>
        </p:nvGrpSpPr>
        <p:grpSpPr>
          <a:xfrm>
            <a:off x="-796767" y="-1090158"/>
            <a:ext cx="11445399" cy="6549695"/>
            <a:chOff x="-796767" y="-1090158"/>
            <a:chExt cx="11445399" cy="6549695"/>
          </a:xfrm>
        </p:grpSpPr>
        <p:sp>
          <p:nvSpPr>
            <p:cNvPr id="611" name="Google Shape;611;p23"/>
            <p:cNvSpPr/>
            <p:nvPr/>
          </p:nvSpPr>
          <p:spPr>
            <a:xfrm flipH="1" rot="5400000">
              <a:off x="-365574" y="-152135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med" w="med" type="none"/>
              <a:tailEnd len="med" w="med" type="none"/>
            </a:ln>
          </p:spPr>
        </p:sp>
        <p:grpSp>
          <p:nvGrpSpPr>
            <p:cNvPr id="612" name="Google Shape;612;p23"/>
            <p:cNvGrpSpPr/>
            <p:nvPr/>
          </p:nvGrpSpPr>
          <p:grpSpPr>
            <a:xfrm rot="10800000">
              <a:off x="11" y="108546"/>
              <a:ext cx="493321" cy="357312"/>
              <a:chOff x="1722354" y="229144"/>
              <a:chExt cx="1748744" cy="1266614"/>
            </a:xfrm>
          </p:grpSpPr>
          <p:sp>
            <p:nvSpPr>
              <p:cNvPr id="613" name="Google Shape;613;p2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5" name="Google Shape;615;p23"/>
            <p:cNvSpPr/>
            <p:nvPr/>
          </p:nvSpPr>
          <p:spPr>
            <a:xfrm flipH="1" rot="-5400000">
              <a:off x="8788045" y="359895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med" w="med" type="none"/>
              <a:tailEnd len="med" w="med" type="none"/>
            </a:ln>
          </p:spPr>
        </p:sp>
        <p:grpSp>
          <p:nvGrpSpPr>
            <p:cNvPr id="616" name="Google Shape;616;p23"/>
            <p:cNvGrpSpPr/>
            <p:nvPr/>
          </p:nvGrpSpPr>
          <p:grpSpPr>
            <a:xfrm flipH="1" rot="-5400000">
              <a:off x="8489086" y="4163846"/>
              <a:ext cx="493321" cy="357312"/>
              <a:chOff x="1722354" y="229144"/>
              <a:chExt cx="1748744" cy="1266614"/>
            </a:xfrm>
          </p:grpSpPr>
          <p:sp>
            <p:nvSpPr>
              <p:cNvPr id="617" name="Google Shape;617;p2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 name="Google Shape;619;p23"/>
            <p:cNvGrpSpPr/>
            <p:nvPr/>
          </p:nvGrpSpPr>
          <p:grpSpPr>
            <a:xfrm flipH="1" rot="5400000">
              <a:off x="765337" y="-239460"/>
              <a:ext cx="965258" cy="273510"/>
              <a:chOff x="-6675" y="2881558"/>
              <a:chExt cx="9140700" cy="2059567"/>
            </a:xfrm>
          </p:grpSpPr>
          <p:cxnSp>
            <p:nvCxnSpPr>
              <p:cNvPr id="620" name="Google Shape;620;p2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1" name="Google Shape;621;p2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2" name="Google Shape;622;p2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3" name="Google Shape;623;p2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4" name="Google Shape;624;p2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625" name="Google Shape;625;p23"/>
          <p:cNvGrpSpPr/>
          <p:nvPr/>
        </p:nvGrpSpPr>
        <p:grpSpPr>
          <a:xfrm>
            <a:off x="248565" y="1658361"/>
            <a:ext cx="8665831" cy="946305"/>
            <a:chOff x="248565" y="1658361"/>
            <a:chExt cx="8665831" cy="946305"/>
          </a:xfrm>
        </p:grpSpPr>
        <p:sp>
          <p:nvSpPr>
            <p:cNvPr id="626" name="Google Shape;626;p23"/>
            <p:cNvSpPr/>
            <p:nvPr/>
          </p:nvSpPr>
          <p:spPr>
            <a:xfrm flipH="1" rot="10800000">
              <a:off x="248565" y="16583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3"/>
            <p:cNvSpPr/>
            <p:nvPr/>
          </p:nvSpPr>
          <p:spPr>
            <a:xfrm flipH="1">
              <a:off x="8874340" y="21637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2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29" name="Shape 629"/>
        <p:cNvGrpSpPr/>
        <p:nvPr/>
      </p:nvGrpSpPr>
      <p:grpSpPr>
        <a:xfrm>
          <a:off x="0" y="0"/>
          <a:ext cx="0" cy="0"/>
          <a:chOff x="0" y="0"/>
          <a:chExt cx="0" cy="0"/>
        </a:xfrm>
      </p:grpSpPr>
      <p:grpSp>
        <p:nvGrpSpPr>
          <p:cNvPr id="630" name="Google Shape;630;p24"/>
          <p:cNvGrpSpPr/>
          <p:nvPr/>
        </p:nvGrpSpPr>
        <p:grpSpPr>
          <a:xfrm>
            <a:off x="248752" y="491529"/>
            <a:ext cx="8669349" cy="4596267"/>
            <a:chOff x="188277" y="445029"/>
            <a:chExt cx="8669349" cy="4596267"/>
          </a:xfrm>
        </p:grpSpPr>
        <p:sp>
          <p:nvSpPr>
            <p:cNvPr id="631" name="Google Shape;631;p24"/>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4"/>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24"/>
            <p:cNvGrpSpPr/>
            <p:nvPr/>
          </p:nvGrpSpPr>
          <p:grpSpPr>
            <a:xfrm>
              <a:off x="188277" y="4275152"/>
              <a:ext cx="206891" cy="766144"/>
              <a:chOff x="8650702" y="3525402"/>
              <a:chExt cx="206891" cy="766144"/>
            </a:xfrm>
          </p:grpSpPr>
          <p:sp>
            <p:nvSpPr>
              <p:cNvPr id="634" name="Google Shape;634;p2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6" name="Google Shape;636;p24"/>
          <p:cNvGrpSpPr/>
          <p:nvPr/>
        </p:nvGrpSpPr>
        <p:grpSpPr>
          <a:xfrm>
            <a:off x="315625" y="1279781"/>
            <a:ext cx="8602485" cy="1562434"/>
            <a:chOff x="174750" y="1380581"/>
            <a:chExt cx="8602485" cy="1562434"/>
          </a:xfrm>
        </p:grpSpPr>
        <p:sp>
          <p:nvSpPr>
            <p:cNvPr id="637" name="Google Shape;637;p24"/>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4"/>
            <p:cNvSpPr/>
            <p:nvPr/>
          </p:nvSpPr>
          <p:spPr>
            <a:xfrm rot="10800000">
              <a:off x="174750" y="25021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24"/>
          <p:cNvGrpSpPr/>
          <p:nvPr/>
        </p:nvGrpSpPr>
        <p:grpSpPr>
          <a:xfrm>
            <a:off x="355673" y="-567309"/>
            <a:ext cx="8751502" cy="5946659"/>
            <a:chOff x="251623" y="-534009"/>
            <a:chExt cx="8751502" cy="5946659"/>
          </a:xfrm>
        </p:grpSpPr>
        <p:grpSp>
          <p:nvGrpSpPr>
            <p:cNvPr id="640" name="Google Shape;640;p24"/>
            <p:cNvGrpSpPr/>
            <p:nvPr/>
          </p:nvGrpSpPr>
          <p:grpSpPr>
            <a:xfrm rot="10800000">
              <a:off x="251623" y="3645746"/>
              <a:ext cx="493321" cy="357312"/>
              <a:chOff x="1722354" y="229144"/>
              <a:chExt cx="1748744" cy="1266614"/>
            </a:xfrm>
          </p:grpSpPr>
          <p:sp>
            <p:nvSpPr>
              <p:cNvPr id="641" name="Google Shape;641;p2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 name="Google Shape;643;p24"/>
            <p:cNvGrpSpPr/>
            <p:nvPr/>
          </p:nvGrpSpPr>
          <p:grpSpPr>
            <a:xfrm flipH="1" rot="5400000">
              <a:off x="7247712" y="-188135"/>
              <a:ext cx="965258" cy="273510"/>
              <a:chOff x="-6675" y="2881558"/>
              <a:chExt cx="9140700" cy="2059567"/>
            </a:xfrm>
          </p:grpSpPr>
          <p:cxnSp>
            <p:nvCxnSpPr>
              <p:cNvPr id="644" name="Google Shape;644;p2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5" name="Google Shape;645;p2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6" name="Google Shape;646;p2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7" name="Google Shape;647;p2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8" name="Google Shape;648;p2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649" name="Google Shape;649;p24"/>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sp>
          <p:nvSpPr>
            <p:cNvPr id="650" name="Google Shape;650;p24"/>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med" w="med" type="none"/>
              <a:tailEnd len="med" w="med" type="none"/>
            </a:ln>
          </p:spPr>
        </p:sp>
      </p:grpSp>
      <p:sp>
        <p:nvSpPr>
          <p:cNvPr id="651" name="Google Shape;651;p2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Raleway Black"/>
              <a:buNone/>
              <a:defRPr sz="26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0" Type="http://schemas.openxmlformats.org/officeDocument/2006/relationships/image" Target="../media/image2.jpg"/><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10.jpg"/><Relationship Id="rId4" Type="http://schemas.openxmlformats.org/officeDocument/2006/relationships/image" Target="../media/image1.jpg"/><Relationship Id="rId9" Type="http://schemas.openxmlformats.org/officeDocument/2006/relationships/image" Target="../media/image12.jpg"/><Relationship Id="rId5" Type="http://schemas.openxmlformats.org/officeDocument/2006/relationships/image" Target="../media/image15.jpg"/><Relationship Id="rId6" Type="http://schemas.openxmlformats.org/officeDocument/2006/relationships/image" Target="../media/image8.jpg"/><Relationship Id="rId7" Type="http://schemas.openxmlformats.org/officeDocument/2006/relationships/image" Target="../media/image14.jpg"/><Relationship Id="rId8"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3.jpg"/><Relationship Id="rId4" Type="http://schemas.openxmlformats.org/officeDocument/2006/relationships/image" Target="../media/image6.jpg"/><Relationship Id="rId5" Type="http://schemas.openxmlformats.org/officeDocument/2006/relationships/image" Target="../media/image11.jpg"/><Relationship Id="rId6"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655" name="Shape 655"/>
        <p:cNvGrpSpPr/>
        <p:nvPr/>
      </p:nvGrpSpPr>
      <p:grpSpPr>
        <a:xfrm>
          <a:off x="0" y="0"/>
          <a:ext cx="0" cy="0"/>
          <a:chOff x="0" y="0"/>
          <a:chExt cx="0" cy="0"/>
        </a:xfrm>
      </p:grpSpPr>
      <p:sp>
        <p:nvSpPr>
          <p:cNvPr id="656" name="Google Shape;656;p25"/>
          <p:cNvSpPr txBox="1"/>
          <p:nvPr>
            <p:ph type="ctrTitle"/>
          </p:nvPr>
        </p:nvSpPr>
        <p:spPr>
          <a:xfrm>
            <a:off x="668075" y="2865150"/>
            <a:ext cx="4384800" cy="169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DiffusionDesk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7" name="Google Shape;657;p25"/>
          <p:cNvSpPr txBox="1"/>
          <p:nvPr>
            <p:ph idx="1" type="subTitle"/>
          </p:nvPr>
        </p:nvSpPr>
        <p:spPr>
          <a:xfrm>
            <a:off x="668075" y="3525150"/>
            <a:ext cx="6276000" cy="3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Proxima Nova"/>
                <a:ea typeface="Proxima Nova"/>
                <a:cs typeface="Proxima Nova"/>
                <a:sym typeface="Proxima Nova"/>
              </a:rPr>
              <a:t>Diffusion models for intelligent image editing </a:t>
            </a:r>
            <a:endParaRPr sz="2400">
              <a:latin typeface="Proxima Nova"/>
              <a:ea typeface="Proxima Nova"/>
              <a:cs typeface="Proxima Nova"/>
              <a:sym typeface="Proxima Nova"/>
            </a:endParaRPr>
          </a:p>
          <a:p>
            <a:pPr indent="0" lvl="0" marL="0" rtl="0" algn="l">
              <a:spcBef>
                <a:spcPts val="0"/>
              </a:spcBef>
              <a:spcAft>
                <a:spcPts val="0"/>
              </a:spcAft>
              <a:buNone/>
            </a:pPr>
            <a:r>
              <a:t/>
            </a:r>
            <a:endParaRPr/>
          </a:p>
        </p:txBody>
      </p:sp>
      <p:sp>
        <p:nvSpPr>
          <p:cNvPr id="658" name="Google Shape;658;p25"/>
          <p:cNvSpPr/>
          <p:nvPr/>
        </p:nvSpPr>
        <p:spPr>
          <a:xfrm rot="-5400000">
            <a:off x="241175" y="3081534"/>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9" name="Google Shape;659;p25"/>
          <p:cNvGrpSpPr/>
          <p:nvPr/>
        </p:nvGrpSpPr>
        <p:grpSpPr>
          <a:xfrm>
            <a:off x="6777434" y="2296620"/>
            <a:ext cx="1033834" cy="3360485"/>
            <a:chOff x="6777434" y="2296620"/>
            <a:chExt cx="1033834" cy="3360485"/>
          </a:xfrm>
        </p:grpSpPr>
        <p:grpSp>
          <p:nvGrpSpPr>
            <p:cNvPr id="660" name="Google Shape;660;p25"/>
            <p:cNvGrpSpPr/>
            <p:nvPr/>
          </p:nvGrpSpPr>
          <p:grpSpPr>
            <a:xfrm rot="10800000">
              <a:off x="6777434" y="2296620"/>
              <a:ext cx="681217" cy="3360485"/>
              <a:chOff x="1337800" y="-2525590"/>
              <a:chExt cx="1498167" cy="7390555"/>
            </a:xfrm>
          </p:grpSpPr>
          <p:cxnSp>
            <p:nvCxnSpPr>
              <p:cNvPr id="661" name="Google Shape;661;p25"/>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662" name="Google Shape;662;p25"/>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663" name="Google Shape;663;p25"/>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4" name="Google Shape;664;p25"/>
            <p:cNvSpPr/>
            <p:nvPr/>
          </p:nvSpPr>
          <p:spPr>
            <a:xfrm>
              <a:off x="7771212" y="2972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5"/>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5"/>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25"/>
          <p:cNvGrpSpPr/>
          <p:nvPr/>
        </p:nvGrpSpPr>
        <p:grpSpPr>
          <a:xfrm>
            <a:off x="6262859" y="-2197955"/>
            <a:ext cx="681217" cy="3360485"/>
            <a:chOff x="1337800" y="-2525590"/>
            <a:chExt cx="1498167" cy="7390555"/>
          </a:xfrm>
        </p:grpSpPr>
        <p:cxnSp>
          <p:nvCxnSpPr>
            <p:cNvPr id="668" name="Google Shape;668;p25"/>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669" name="Google Shape;669;p25"/>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670" name="Google Shape;670;p25"/>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1" name="Google Shape;671;p25"/>
          <p:cNvSpPr/>
          <p:nvPr/>
        </p:nvSpPr>
        <p:spPr>
          <a:xfrm rot="-5400000">
            <a:off x="8215875" y="8055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 name="Google Shape;672;p25"/>
          <p:cNvGrpSpPr/>
          <p:nvPr/>
        </p:nvGrpSpPr>
        <p:grpSpPr>
          <a:xfrm flipH="1" rot="10800000">
            <a:off x="-2068288" y="305430"/>
            <a:ext cx="4791669" cy="923822"/>
            <a:chOff x="-78438" y="3775205"/>
            <a:chExt cx="4791669" cy="923822"/>
          </a:xfrm>
        </p:grpSpPr>
        <p:cxnSp>
          <p:nvCxnSpPr>
            <p:cNvPr id="673" name="Google Shape;673;p25"/>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674" name="Google Shape;674;p25"/>
            <p:cNvCxnSpPr/>
            <p:nvPr/>
          </p:nvCxnSpPr>
          <p:spPr>
            <a:xfrm rot="-5400000">
              <a:off x="3789591" y="3940627"/>
              <a:ext cx="764100" cy="752700"/>
            </a:xfrm>
            <a:prstGeom prst="straightConnector1">
              <a:avLst/>
            </a:prstGeom>
            <a:noFill/>
            <a:ln cap="flat" cmpd="sng" w="9525">
              <a:solidFill>
                <a:schemeClr val="accent1"/>
              </a:solidFill>
              <a:prstDash val="solid"/>
              <a:round/>
              <a:headEnd len="med" w="med" type="none"/>
              <a:tailEnd len="med" w="med" type="none"/>
            </a:ln>
          </p:spPr>
        </p:cxnSp>
        <p:sp>
          <p:nvSpPr>
            <p:cNvPr id="675" name="Google Shape;675;p25"/>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25"/>
          <p:cNvGrpSpPr/>
          <p:nvPr/>
        </p:nvGrpSpPr>
        <p:grpSpPr>
          <a:xfrm>
            <a:off x="3329300" y="-3035953"/>
            <a:ext cx="6471825" cy="4623428"/>
            <a:chOff x="3329300" y="-3035953"/>
            <a:chExt cx="6471825" cy="4623428"/>
          </a:xfrm>
        </p:grpSpPr>
        <p:grpSp>
          <p:nvGrpSpPr>
            <p:cNvPr id="677" name="Google Shape;677;p25"/>
            <p:cNvGrpSpPr/>
            <p:nvPr/>
          </p:nvGrpSpPr>
          <p:grpSpPr>
            <a:xfrm rot="5400000">
              <a:off x="2802525" y="-1414050"/>
              <a:ext cx="3859204" cy="615399"/>
              <a:chOff x="-6675" y="307100"/>
              <a:chExt cx="9140700" cy="4634025"/>
            </a:xfrm>
          </p:grpSpPr>
          <p:cxnSp>
            <p:nvCxnSpPr>
              <p:cNvPr id="678" name="Google Shape;678;p25"/>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79" name="Google Shape;679;p25"/>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0" name="Google Shape;680;p25"/>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1" name="Google Shape;681;p25"/>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2" name="Google Shape;682;p25"/>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3" name="Google Shape;683;p25"/>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4" name="Google Shape;684;p25"/>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5" name="Google Shape;685;p25"/>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6" name="Google Shape;686;p25"/>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87" name="Google Shape;687;p25"/>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688" name="Google Shape;688;p25"/>
            <p:cNvSpPr/>
            <p:nvPr/>
          </p:nvSpPr>
          <p:spPr>
            <a:xfrm>
              <a:off x="3329300" y="82325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med" w="med" type="none"/>
              <a:tailEnd len="med" w="med" type="none"/>
            </a:ln>
          </p:spPr>
        </p:sp>
      </p:grpSp>
      <p:sp>
        <p:nvSpPr>
          <p:cNvPr id="689" name="Google Shape;689;p25"/>
          <p:cNvSpPr txBox="1"/>
          <p:nvPr/>
        </p:nvSpPr>
        <p:spPr>
          <a:xfrm>
            <a:off x="668075" y="4126650"/>
            <a:ext cx="40062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Done by: Lee Yu Quan</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26"/>
          <p:cNvSpPr txBox="1"/>
          <p:nvPr>
            <p:ph idx="8" type="subTitle"/>
          </p:nvPr>
        </p:nvSpPr>
        <p:spPr>
          <a:xfrm>
            <a:off x="4010944" y="1769028"/>
            <a:ext cx="27177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Objectives</a:t>
            </a:r>
            <a:endParaRPr/>
          </a:p>
        </p:txBody>
      </p:sp>
      <p:sp>
        <p:nvSpPr>
          <p:cNvPr id="695" name="Google Shape;69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96" name="Google Shape;696;p26"/>
          <p:cNvSpPr txBox="1"/>
          <p:nvPr>
            <p:ph idx="2" type="title"/>
          </p:nvPr>
        </p:nvSpPr>
        <p:spPr>
          <a:xfrm>
            <a:off x="3177356" y="1199529"/>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97" name="Google Shape;697;p26"/>
          <p:cNvSpPr txBox="1"/>
          <p:nvPr>
            <p:ph idx="3" type="title"/>
          </p:nvPr>
        </p:nvSpPr>
        <p:spPr>
          <a:xfrm>
            <a:off x="3177356" y="2902621"/>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698" name="Google Shape;698;p26"/>
          <p:cNvSpPr txBox="1"/>
          <p:nvPr>
            <p:ph idx="4" type="title"/>
          </p:nvPr>
        </p:nvSpPr>
        <p:spPr>
          <a:xfrm>
            <a:off x="3177356" y="1767226"/>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99" name="Google Shape;699;p26"/>
          <p:cNvSpPr txBox="1"/>
          <p:nvPr>
            <p:ph idx="5" type="title"/>
          </p:nvPr>
        </p:nvSpPr>
        <p:spPr>
          <a:xfrm>
            <a:off x="3177356" y="3470319"/>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700" name="Google Shape;700;p26"/>
          <p:cNvSpPr txBox="1"/>
          <p:nvPr>
            <p:ph idx="6" type="title"/>
          </p:nvPr>
        </p:nvSpPr>
        <p:spPr>
          <a:xfrm>
            <a:off x="3177356" y="2334924"/>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701" name="Google Shape;701;p26"/>
          <p:cNvSpPr txBox="1"/>
          <p:nvPr>
            <p:ph idx="7" type="title"/>
          </p:nvPr>
        </p:nvSpPr>
        <p:spPr>
          <a:xfrm>
            <a:off x="3177356" y="4038016"/>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702" name="Google Shape;702;p26"/>
          <p:cNvSpPr txBox="1"/>
          <p:nvPr>
            <p:ph idx="1" type="subTitle"/>
          </p:nvPr>
        </p:nvSpPr>
        <p:spPr>
          <a:xfrm>
            <a:off x="4010951" y="1201325"/>
            <a:ext cx="32406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Background &amp; Motivation</a:t>
            </a:r>
            <a:endParaRPr/>
          </a:p>
        </p:txBody>
      </p:sp>
      <p:sp>
        <p:nvSpPr>
          <p:cNvPr id="703" name="Google Shape;703;p26"/>
          <p:cNvSpPr txBox="1"/>
          <p:nvPr>
            <p:ph idx="9" type="subTitle"/>
          </p:nvPr>
        </p:nvSpPr>
        <p:spPr>
          <a:xfrm>
            <a:off x="4010944" y="2336727"/>
            <a:ext cx="27177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Literature Reviews</a:t>
            </a:r>
            <a:endParaRPr/>
          </a:p>
        </p:txBody>
      </p:sp>
      <p:sp>
        <p:nvSpPr>
          <p:cNvPr id="704" name="Google Shape;704;p26"/>
          <p:cNvSpPr txBox="1"/>
          <p:nvPr>
            <p:ph idx="13" type="subTitle"/>
          </p:nvPr>
        </p:nvSpPr>
        <p:spPr>
          <a:xfrm>
            <a:off x="4010950" y="2904425"/>
            <a:ext cx="39141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System Design &amp; Implementation</a:t>
            </a:r>
            <a:endParaRPr/>
          </a:p>
        </p:txBody>
      </p:sp>
      <p:sp>
        <p:nvSpPr>
          <p:cNvPr id="705" name="Google Shape;705;p26"/>
          <p:cNvSpPr txBox="1"/>
          <p:nvPr>
            <p:ph idx="14" type="subTitle"/>
          </p:nvPr>
        </p:nvSpPr>
        <p:spPr>
          <a:xfrm>
            <a:off x="4010941" y="3472126"/>
            <a:ext cx="27177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Demonstration</a:t>
            </a:r>
            <a:endParaRPr/>
          </a:p>
        </p:txBody>
      </p:sp>
      <p:sp>
        <p:nvSpPr>
          <p:cNvPr id="706" name="Google Shape;706;p26"/>
          <p:cNvSpPr txBox="1"/>
          <p:nvPr>
            <p:ph idx="15" type="subTitle"/>
          </p:nvPr>
        </p:nvSpPr>
        <p:spPr>
          <a:xfrm>
            <a:off x="4010941" y="4039825"/>
            <a:ext cx="27177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&amp; Evaluations</a:t>
            </a:r>
            <a:endParaRPr/>
          </a:p>
        </p:txBody>
      </p:sp>
      <p:grpSp>
        <p:nvGrpSpPr>
          <p:cNvPr id="707" name="Google Shape;707;p26"/>
          <p:cNvGrpSpPr/>
          <p:nvPr/>
        </p:nvGrpSpPr>
        <p:grpSpPr>
          <a:xfrm>
            <a:off x="1339375" y="1762000"/>
            <a:ext cx="1193310" cy="3463350"/>
            <a:chOff x="472500" y="1762000"/>
            <a:chExt cx="1193310" cy="3463350"/>
          </a:xfrm>
        </p:grpSpPr>
        <p:grpSp>
          <p:nvGrpSpPr>
            <p:cNvPr id="708" name="Google Shape;708;p26"/>
            <p:cNvGrpSpPr/>
            <p:nvPr/>
          </p:nvGrpSpPr>
          <p:grpSpPr>
            <a:xfrm rot="10800000">
              <a:off x="1172489" y="4265721"/>
              <a:ext cx="493321" cy="357312"/>
              <a:chOff x="1722354" y="229144"/>
              <a:chExt cx="1748744" cy="1266614"/>
            </a:xfrm>
          </p:grpSpPr>
          <p:sp>
            <p:nvSpPr>
              <p:cNvPr id="709" name="Google Shape;709;p2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1" name="Google Shape;711;p26"/>
            <p:cNvSpPr/>
            <p:nvPr/>
          </p:nvSpPr>
          <p:spPr>
            <a:xfrm>
              <a:off x="472500" y="1762000"/>
              <a:ext cx="700000" cy="3463350"/>
            </a:xfrm>
            <a:custGeom>
              <a:rect b="b" l="l" r="r" t="t"/>
              <a:pathLst>
                <a:path extrusionOk="0" h="138534" w="28000">
                  <a:moveTo>
                    <a:pt x="0" y="0"/>
                  </a:moveTo>
                  <a:lnTo>
                    <a:pt x="0" y="65749"/>
                  </a:lnTo>
                  <a:lnTo>
                    <a:pt x="28000" y="81915"/>
                  </a:lnTo>
                  <a:lnTo>
                    <a:pt x="28000" y="109663"/>
                  </a:lnTo>
                  <a:lnTo>
                    <a:pt x="17964" y="115457"/>
                  </a:lnTo>
                  <a:lnTo>
                    <a:pt x="17964" y="138534"/>
                  </a:lnTo>
                </a:path>
              </a:pathLst>
            </a:custGeom>
            <a:noFill/>
            <a:ln cap="flat" cmpd="sng" w="9525">
              <a:solidFill>
                <a:schemeClr val="accent1"/>
              </a:solidFill>
              <a:prstDash val="solid"/>
              <a:round/>
              <a:headEnd len="med" w="med" type="none"/>
              <a:tailEnd len="med" w="med" type="none"/>
            </a:ln>
          </p:spPr>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27"/>
          <p:cNvSpPr txBox="1"/>
          <p:nvPr>
            <p:ph idx="8" type="subTitle"/>
          </p:nvPr>
        </p:nvSpPr>
        <p:spPr>
          <a:xfrm>
            <a:off x="4010944" y="1769028"/>
            <a:ext cx="27177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717" name="Google Shape;717;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(Cont)</a:t>
            </a:r>
            <a:endParaRPr/>
          </a:p>
        </p:txBody>
      </p:sp>
      <p:sp>
        <p:nvSpPr>
          <p:cNvPr id="718" name="Google Shape;718;p27"/>
          <p:cNvSpPr txBox="1"/>
          <p:nvPr>
            <p:ph idx="2" type="title"/>
          </p:nvPr>
        </p:nvSpPr>
        <p:spPr>
          <a:xfrm>
            <a:off x="3177356" y="1199529"/>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719" name="Google Shape;719;p27"/>
          <p:cNvSpPr txBox="1"/>
          <p:nvPr>
            <p:ph idx="4" type="title"/>
          </p:nvPr>
        </p:nvSpPr>
        <p:spPr>
          <a:xfrm>
            <a:off x="3177356" y="1767226"/>
            <a:ext cx="734700" cy="4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08</a:t>
            </a:r>
            <a:endParaRPr/>
          </a:p>
        </p:txBody>
      </p:sp>
      <p:sp>
        <p:nvSpPr>
          <p:cNvPr id="720" name="Google Shape;720;p27"/>
          <p:cNvSpPr txBox="1"/>
          <p:nvPr>
            <p:ph idx="1" type="subTitle"/>
          </p:nvPr>
        </p:nvSpPr>
        <p:spPr>
          <a:xfrm>
            <a:off x="4010951" y="1201325"/>
            <a:ext cx="3240600" cy="4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Difficulties</a:t>
            </a:r>
            <a:r>
              <a:rPr lang="en"/>
              <a:t> &amp; Future Work</a:t>
            </a:r>
            <a:endParaRPr/>
          </a:p>
        </p:txBody>
      </p:sp>
      <p:grpSp>
        <p:nvGrpSpPr>
          <p:cNvPr id="721" name="Google Shape;721;p27"/>
          <p:cNvGrpSpPr/>
          <p:nvPr/>
        </p:nvGrpSpPr>
        <p:grpSpPr>
          <a:xfrm>
            <a:off x="1339375" y="1762000"/>
            <a:ext cx="1193310" cy="3463350"/>
            <a:chOff x="472500" y="1762000"/>
            <a:chExt cx="1193310" cy="3463350"/>
          </a:xfrm>
        </p:grpSpPr>
        <p:grpSp>
          <p:nvGrpSpPr>
            <p:cNvPr id="722" name="Google Shape;722;p27"/>
            <p:cNvGrpSpPr/>
            <p:nvPr/>
          </p:nvGrpSpPr>
          <p:grpSpPr>
            <a:xfrm rot="10800000">
              <a:off x="1172489" y="4265721"/>
              <a:ext cx="493321" cy="357312"/>
              <a:chOff x="1722354" y="229144"/>
              <a:chExt cx="1748744" cy="1266614"/>
            </a:xfrm>
          </p:grpSpPr>
          <p:sp>
            <p:nvSpPr>
              <p:cNvPr id="723" name="Google Shape;723;p2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5" name="Google Shape;725;p27"/>
            <p:cNvSpPr/>
            <p:nvPr/>
          </p:nvSpPr>
          <p:spPr>
            <a:xfrm>
              <a:off x="472500" y="1762000"/>
              <a:ext cx="700000" cy="3463350"/>
            </a:xfrm>
            <a:custGeom>
              <a:rect b="b" l="l" r="r" t="t"/>
              <a:pathLst>
                <a:path extrusionOk="0" h="138534" w="28000">
                  <a:moveTo>
                    <a:pt x="0" y="0"/>
                  </a:moveTo>
                  <a:lnTo>
                    <a:pt x="0" y="65749"/>
                  </a:lnTo>
                  <a:lnTo>
                    <a:pt x="28000" y="81915"/>
                  </a:lnTo>
                  <a:lnTo>
                    <a:pt x="28000" y="109663"/>
                  </a:lnTo>
                  <a:lnTo>
                    <a:pt x="17964" y="115457"/>
                  </a:lnTo>
                  <a:lnTo>
                    <a:pt x="17964" y="138534"/>
                  </a:lnTo>
                </a:path>
              </a:pathLst>
            </a:custGeom>
            <a:noFill/>
            <a:ln cap="flat" cmpd="sng" w="9525">
              <a:solidFill>
                <a:schemeClr val="accent1"/>
              </a:solidFill>
              <a:prstDash val="solid"/>
              <a:round/>
              <a:headEnd len="med" w="med" type="none"/>
              <a:tailEnd len="med" w="med" type="none"/>
            </a:ln>
          </p:spPr>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28"/>
          <p:cNvSpPr txBox="1"/>
          <p:nvPr>
            <p:ph type="title"/>
          </p:nvPr>
        </p:nvSpPr>
        <p:spPr>
          <a:xfrm>
            <a:off x="1136800" y="2325725"/>
            <a:ext cx="36534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Background</a:t>
            </a:r>
            <a:r>
              <a:rPr lang="en"/>
              <a:t> &amp; Motivation</a:t>
            </a:r>
            <a:endParaRPr/>
          </a:p>
        </p:txBody>
      </p:sp>
      <p:sp>
        <p:nvSpPr>
          <p:cNvPr id="731" name="Google Shape;731;p28"/>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732" name="Google Shape;732;p28"/>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734" name="Google Shape;734;p28"/>
          <p:cNvGrpSpPr/>
          <p:nvPr/>
        </p:nvGrpSpPr>
        <p:grpSpPr>
          <a:xfrm flipH="1" rot="10800000">
            <a:off x="7968643" y="3562070"/>
            <a:ext cx="681217" cy="3360485"/>
            <a:chOff x="1337800" y="-2525590"/>
            <a:chExt cx="1498167" cy="7390555"/>
          </a:xfrm>
        </p:grpSpPr>
        <p:cxnSp>
          <p:nvCxnSpPr>
            <p:cNvPr id="735" name="Google Shape;735;p28"/>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736" name="Google Shape;736;p28"/>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737" name="Google Shape;737;p2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 name="Google Shape;738;p28"/>
          <p:cNvGrpSpPr/>
          <p:nvPr/>
        </p:nvGrpSpPr>
        <p:grpSpPr>
          <a:xfrm flipH="1" rot="-5400000">
            <a:off x="70043" y="-592705"/>
            <a:ext cx="681217" cy="3360485"/>
            <a:chOff x="1337800" y="-2525590"/>
            <a:chExt cx="1498167" cy="7390555"/>
          </a:xfrm>
        </p:grpSpPr>
        <p:cxnSp>
          <p:nvCxnSpPr>
            <p:cNvPr id="739" name="Google Shape;739;p28"/>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740" name="Google Shape;740;p28"/>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741" name="Google Shape;741;p2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2" name="Google Shape;742;p28"/>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743" name="Google Shape;743;p28"/>
          <p:cNvGrpSpPr/>
          <p:nvPr/>
        </p:nvGrpSpPr>
        <p:grpSpPr>
          <a:xfrm>
            <a:off x="7221623" y="1260360"/>
            <a:ext cx="1160062" cy="523162"/>
            <a:chOff x="7221623" y="1260360"/>
            <a:chExt cx="1160062" cy="523162"/>
          </a:xfrm>
        </p:grpSpPr>
        <p:sp>
          <p:nvSpPr>
            <p:cNvPr id="744" name="Google Shape;744;p28"/>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8"/>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8"/>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 &amp; Motivation </a:t>
            </a:r>
            <a:endParaRPr/>
          </a:p>
        </p:txBody>
      </p:sp>
      <p:sp>
        <p:nvSpPr>
          <p:cNvPr id="752" name="Google Shape;752;p29"/>
          <p:cNvSpPr txBox="1"/>
          <p:nvPr>
            <p:ph idx="4294967295" type="title"/>
          </p:nvPr>
        </p:nvSpPr>
        <p:spPr>
          <a:xfrm>
            <a:off x="1029025" y="1503875"/>
            <a:ext cx="3543000" cy="9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17.7%</a:t>
            </a:r>
            <a:endParaRPr sz="4000"/>
          </a:p>
        </p:txBody>
      </p:sp>
      <p:sp>
        <p:nvSpPr>
          <p:cNvPr id="753" name="Google Shape;753;p29"/>
          <p:cNvSpPr txBox="1"/>
          <p:nvPr>
            <p:ph idx="2" type="subTitle"/>
          </p:nvPr>
        </p:nvSpPr>
        <p:spPr>
          <a:xfrm>
            <a:off x="1029027" y="2278818"/>
            <a:ext cx="3382500" cy="3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CAGR (2023 -&gt; 2030)</a:t>
            </a:r>
            <a:endParaRPr b="1"/>
          </a:p>
        </p:txBody>
      </p:sp>
      <p:sp>
        <p:nvSpPr>
          <p:cNvPr id="754" name="Google Shape;754;p29"/>
          <p:cNvSpPr/>
          <p:nvPr/>
        </p:nvSpPr>
        <p:spPr>
          <a:xfrm rot="-5400000">
            <a:off x="695870" y="1808784"/>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9"/>
          <p:cNvSpPr txBox="1"/>
          <p:nvPr>
            <p:ph idx="4294967295" type="title"/>
          </p:nvPr>
        </p:nvSpPr>
        <p:spPr>
          <a:xfrm>
            <a:off x="1029025" y="3185225"/>
            <a:ext cx="470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$349.6M -&gt; $1.08B</a:t>
            </a:r>
            <a:endParaRPr sz="2400"/>
          </a:p>
        </p:txBody>
      </p:sp>
      <p:sp>
        <p:nvSpPr>
          <p:cNvPr id="756" name="Google Shape;756;p29"/>
          <p:cNvSpPr txBox="1"/>
          <p:nvPr>
            <p:ph idx="2" type="subTitle"/>
          </p:nvPr>
        </p:nvSpPr>
        <p:spPr>
          <a:xfrm>
            <a:off x="1103290" y="3787093"/>
            <a:ext cx="3382500" cy="3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AI image-generation market</a:t>
            </a:r>
            <a:endParaRPr b="1"/>
          </a:p>
          <a:p>
            <a:pPr indent="0" lvl="0" marL="0" rtl="0" algn="l">
              <a:spcBef>
                <a:spcPts val="0"/>
              </a:spcBef>
              <a:spcAft>
                <a:spcPts val="0"/>
              </a:spcAft>
              <a:buNone/>
            </a:pPr>
            <a:r>
              <a:rPr b="1" lang="en"/>
              <a:t>(Grand View Research, 2023)</a:t>
            </a:r>
            <a:endParaRPr b="1"/>
          </a:p>
        </p:txBody>
      </p:sp>
      <p:sp>
        <p:nvSpPr>
          <p:cNvPr id="757" name="Google Shape;757;p29"/>
          <p:cNvSpPr/>
          <p:nvPr/>
        </p:nvSpPr>
        <p:spPr>
          <a:xfrm rot="-5400000">
            <a:off x="770133" y="3317059"/>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9"/>
          <p:cNvSpPr txBox="1"/>
          <p:nvPr/>
        </p:nvSpPr>
        <p:spPr>
          <a:xfrm>
            <a:off x="4190025" y="1097825"/>
            <a:ext cx="4084200" cy="37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Hanken Grotesk"/>
                <a:ea typeface="Hanken Grotesk"/>
                <a:cs typeface="Hanken Grotesk"/>
                <a:sym typeface="Hanken Grotesk"/>
              </a:rPr>
              <a:t>But four key gaps remain with </a:t>
            </a:r>
            <a:r>
              <a:rPr b="1" lang="en" sz="1200">
                <a:solidFill>
                  <a:schemeClr val="dk1"/>
                </a:solidFill>
                <a:latin typeface="Hanken Grotesk"/>
                <a:ea typeface="Hanken Grotesk"/>
                <a:cs typeface="Hanken Grotesk"/>
                <a:sym typeface="Hanken Grotesk"/>
              </a:rPr>
              <a:t>existing</a:t>
            </a:r>
            <a:r>
              <a:rPr b="1" lang="en" sz="1200">
                <a:solidFill>
                  <a:schemeClr val="dk1"/>
                </a:solidFill>
                <a:latin typeface="Hanken Grotesk"/>
                <a:ea typeface="Hanken Grotesk"/>
                <a:cs typeface="Hanken Grotesk"/>
                <a:sym typeface="Hanken Grotesk"/>
              </a:rPr>
              <a:t> solution:</a:t>
            </a:r>
            <a:endParaRPr b="1"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b="1"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Poor Spatial and Structural Understanding</a:t>
            </a:r>
            <a:endParaRPr sz="1200">
              <a:solidFill>
                <a:schemeClr val="dk1"/>
              </a:solidFill>
              <a:latin typeface="Hanken Grotesk"/>
              <a:ea typeface="Hanken Grotesk"/>
              <a:cs typeface="Hanken Grotesk"/>
              <a:sym typeface="Hanken Grotesk"/>
            </a:endParaRPr>
          </a:p>
          <a:p>
            <a:pPr indent="0" lvl="0" marL="45720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Fragmented ecosystem — different application for </a:t>
            </a:r>
            <a:r>
              <a:rPr lang="en" sz="1200">
                <a:solidFill>
                  <a:schemeClr val="dk1"/>
                </a:solidFill>
                <a:latin typeface="Hanken Grotesk"/>
                <a:ea typeface="Hanken Grotesk"/>
                <a:cs typeface="Hanken Grotesk"/>
                <a:sym typeface="Hanken Grotesk"/>
              </a:rPr>
              <a:t>different image editing task</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High complexity barrier — non-expert user cannot </a:t>
            </a:r>
            <a:r>
              <a:rPr lang="en" sz="1200">
                <a:solidFill>
                  <a:schemeClr val="dk1"/>
                </a:solidFill>
                <a:latin typeface="Hanken Grotesk"/>
                <a:ea typeface="Hanken Grotesk"/>
                <a:cs typeface="Hanken Grotesk"/>
                <a:sym typeface="Hanken Grotesk"/>
              </a:rPr>
              <a:t>access</a:t>
            </a:r>
            <a:r>
              <a:rPr lang="en" sz="1200">
                <a:solidFill>
                  <a:schemeClr val="dk1"/>
                </a:solidFill>
                <a:latin typeface="Hanken Grotesk"/>
                <a:ea typeface="Hanken Grotesk"/>
                <a:cs typeface="Hanken Grotesk"/>
                <a:sym typeface="Hanken Grotesk"/>
              </a:rPr>
              <a:t> advanced editing</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CLI / Python / local-GPU dependency — not browser-accessible</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45720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457200" rtl="0" algn="l">
              <a:spcBef>
                <a:spcPts val="0"/>
              </a:spcBef>
              <a:spcAft>
                <a:spcPts val="0"/>
              </a:spcAft>
              <a:buNone/>
            </a:pPr>
            <a:r>
              <a:t/>
            </a:r>
            <a:endParaRPr sz="1200">
              <a:solidFill>
                <a:schemeClr val="dk1"/>
              </a:solidFill>
              <a:latin typeface="Hanken Grotesk"/>
              <a:ea typeface="Hanken Grotesk"/>
              <a:cs typeface="Hanken Grotesk"/>
              <a:sym typeface="Hanken Grotes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30"/>
          <p:cNvSpPr txBox="1"/>
          <p:nvPr>
            <p:ph type="title"/>
          </p:nvPr>
        </p:nvSpPr>
        <p:spPr>
          <a:xfrm>
            <a:off x="1136800" y="2325725"/>
            <a:ext cx="36534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Objectives</a:t>
            </a:r>
            <a:endParaRPr/>
          </a:p>
        </p:txBody>
      </p:sp>
      <p:sp>
        <p:nvSpPr>
          <p:cNvPr id="764" name="Google Shape;764;p30"/>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765" name="Google Shape;765;p30"/>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0"/>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767" name="Google Shape;767;p30"/>
          <p:cNvGrpSpPr/>
          <p:nvPr/>
        </p:nvGrpSpPr>
        <p:grpSpPr>
          <a:xfrm flipH="1" rot="10800000">
            <a:off x="7968643" y="3562070"/>
            <a:ext cx="681217" cy="3360485"/>
            <a:chOff x="1337800" y="-2525590"/>
            <a:chExt cx="1498167" cy="7390555"/>
          </a:xfrm>
        </p:grpSpPr>
        <p:cxnSp>
          <p:nvCxnSpPr>
            <p:cNvPr id="768" name="Google Shape;768;p30"/>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769" name="Google Shape;769;p30"/>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770" name="Google Shape;770;p3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30"/>
          <p:cNvGrpSpPr/>
          <p:nvPr/>
        </p:nvGrpSpPr>
        <p:grpSpPr>
          <a:xfrm flipH="1" rot="-5400000">
            <a:off x="70043" y="-592705"/>
            <a:ext cx="681217" cy="3360485"/>
            <a:chOff x="1337800" y="-2525590"/>
            <a:chExt cx="1498167" cy="7390555"/>
          </a:xfrm>
        </p:grpSpPr>
        <p:cxnSp>
          <p:nvCxnSpPr>
            <p:cNvPr id="772" name="Google Shape;772;p30"/>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773" name="Google Shape;773;p30"/>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774" name="Google Shape;774;p3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5" name="Google Shape;775;p30"/>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776" name="Google Shape;776;p30"/>
          <p:cNvGrpSpPr/>
          <p:nvPr/>
        </p:nvGrpSpPr>
        <p:grpSpPr>
          <a:xfrm>
            <a:off x="7221623" y="1260360"/>
            <a:ext cx="1160062" cy="523162"/>
            <a:chOff x="7221623" y="1260360"/>
            <a:chExt cx="1160062" cy="523162"/>
          </a:xfrm>
        </p:grpSpPr>
        <p:sp>
          <p:nvSpPr>
            <p:cNvPr id="777" name="Google Shape;777;p30"/>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0"/>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0"/>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a:t>
            </a:r>
            <a:r>
              <a:rPr lang="en"/>
              <a:t>Objectives</a:t>
            </a:r>
            <a:endParaRPr/>
          </a:p>
        </p:txBody>
      </p:sp>
      <p:grpSp>
        <p:nvGrpSpPr>
          <p:cNvPr id="785" name="Google Shape;785;p31"/>
          <p:cNvGrpSpPr/>
          <p:nvPr/>
        </p:nvGrpSpPr>
        <p:grpSpPr>
          <a:xfrm>
            <a:off x="886163" y="3157425"/>
            <a:ext cx="208950" cy="20500"/>
            <a:chOff x="1065638" y="3487950"/>
            <a:chExt cx="208950" cy="20500"/>
          </a:xfrm>
        </p:grpSpPr>
        <p:sp>
          <p:nvSpPr>
            <p:cNvPr id="786" name="Google Shape;786;p31"/>
            <p:cNvSpPr/>
            <p:nvPr/>
          </p:nvSpPr>
          <p:spPr>
            <a:xfrm>
              <a:off x="1234238" y="3487950"/>
              <a:ext cx="40350" cy="20500"/>
            </a:xfrm>
            <a:custGeom>
              <a:rect b="b" l="l" r="r" t="t"/>
              <a:pathLst>
                <a:path extrusionOk="0" h="820" w="1614">
                  <a:moveTo>
                    <a:pt x="399" y="1"/>
                  </a:moveTo>
                  <a:cubicBezTo>
                    <a:pt x="175" y="1"/>
                    <a:pt x="1" y="189"/>
                    <a:pt x="1" y="410"/>
                  </a:cubicBezTo>
                  <a:cubicBezTo>
                    <a:pt x="1" y="632"/>
                    <a:pt x="175" y="820"/>
                    <a:pt x="399" y="820"/>
                  </a:cubicBezTo>
                  <a:lnTo>
                    <a:pt x="1204" y="820"/>
                  </a:lnTo>
                  <a:cubicBezTo>
                    <a:pt x="1437" y="820"/>
                    <a:pt x="1614" y="632"/>
                    <a:pt x="1614" y="410"/>
                  </a:cubicBezTo>
                  <a:cubicBezTo>
                    <a:pt x="1614" y="189"/>
                    <a:pt x="1437" y="1"/>
                    <a:pt x="12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787" name="Google Shape;787;p31"/>
            <p:cNvSpPr/>
            <p:nvPr/>
          </p:nvSpPr>
          <p:spPr>
            <a:xfrm>
              <a:off x="1065638" y="3487950"/>
              <a:ext cx="40350" cy="20500"/>
            </a:xfrm>
            <a:custGeom>
              <a:rect b="b" l="l" r="r" t="t"/>
              <a:pathLst>
                <a:path extrusionOk="0" h="820" w="1614">
                  <a:moveTo>
                    <a:pt x="410" y="1"/>
                  </a:moveTo>
                  <a:cubicBezTo>
                    <a:pt x="175" y="1"/>
                    <a:pt x="1" y="189"/>
                    <a:pt x="1" y="410"/>
                  </a:cubicBezTo>
                  <a:cubicBezTo>
                    <a:pt x="1" y="632"/>
                    <a:pt x="175" y="820"/>
                    <a:pt x="410" y="820"/>
                  </a:cubicBezTo>
                  <a:lnTo>
                    <a:pt x="1215" y="820"/>
                  </a:lnTo>
                  <a:cubicBezTo>
                    <a:pt x="1437" y="820"/>
                    <a:pt x="1614" y="632"/>
                    <a:pt x="1614" y="410"/>
                  </a:cubicBezTo>
                  <a:cubicBezTo>
                    <a:pt x="1614" y="189"/>
                    <a:pt x="1437" y="1"/>
                    <a:pt x="12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sp>
        <p:nvSpPr>
          <p:cNvPr id="788" name="Google Shape;788;p31"/>
          <p:cNvSpPr txBox="1"/>
          <p:nvPr/>
        </p:nvSpPr>
        <p:spPr>
          <a:xfrm>
            <a:off x="720000" y="971975"/>
            <a:ext cx="70572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Hanken Grotesk"/>
                <a:ea typeface="Hanken Grotesk"/>
                <a:cs typeface="Hanken Grotesk"/>
                <a:sym typeface="Hanken Grotesk"/>
              </a:rPr>
              <a:t>A unified web-based application exposing diffusion-powered editing features:</a:t>
            </a:r>
            <a:endParaRPr sz="16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6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Image Inpainting</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Style Transfer</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Restoration</a:t>
            </a:r>
            <a:endParaRPr sz="16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600">
              <a:solidFill>
                <a:schemeClr val="dk1"/>
              </a:solidFill>
              <a:latin typeface="Hanken Grotesk"/>
              <a:ea typeface="Hanken Grotesk"/>
              <a:cs typeface="Hanken Grotesk"/>
              <a:sym typeface="Hanken Grotesk"/>
            </a:endParaRPr>
          </a:p>
        </p:txBody>
      </p:sp>
      <p:sp>
        <p:nvSpPr>
          <p:cNvPr id="789" name="Google Shape;789;p31"/>
          <p:cNvSpPr/>
          <p:nvPr/>
        </p:nvSpPr>
        <p:spPr>
          <a:xfrm>
            <a:off x="720000" y="3157425"/>
            <a:ext cx="7579800" cy="122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Hanken Grotesk"/>
                <a:ea typeface="Hanken Grotesk"/>
                <a:cs typeface="Hanken Grotesk"/>
                <a:sym typeface="Hanken Grotesk"/>
              </a:rPr>
              <a:t>Six </a:t>
            </a:r>
            <a:r>
              <a:rPr lang="en">
                <a:solidFill>
                  <a:schemeClr val="dk1"/>
                </a:solidFill>
                <a:latin typeface="Hanken Grotesk"/>
                <a:ea typeface="Hanken Grotesk"/>
                <a:cs typeface="Hanken Grotesk"/>
                <a:sym typeface="Hanken Grotesk"/>
              </a:rPr>
              <a:t>objectives</a:t>
            </a:r>
            <a:r>
              <a:rPr lang="en">
                <a:solidFill>
                  <a:schemeClr val="dk1"/>
                </a:solidFill>
                <a:latin typeface="Hanken Grotesk"/>
                <a:ea typeface="Hanken Grotesk"/>
                <a:cs typeface="Hanken Grotesk"/>
                <a:sym typeface="Hanken Grotesk"/>
              </a:rPr>
              <a:t> </a:t>
            </a:r>
            <a:r>
              <a:rPr lang="en">
                <a:solidFill>
                  <a:schemeClr val="dk1"/>
                </a:solidFill>
                <a:latin typeface="Hanken Grotesk"/>
                <a:ea typeface="Hanken Grotesk"/>
                <a:cs typeface="Hanken Grotesk"/>
                <a:sym typeface="Hanken Grotesk"/>
              </a:rPr>
              <a:t>delivered:</a:t>
            </a:r>
            <a:endParaRPr>
              <a:solidFill>
                <a:schemeClr val="dk1"/>
              </a:solidFill>
              <a:latin typeface="Hanken Grotesk"/>
              <a:ea typeface="Hanken Grotesk"/>
              <a:cs typeface="Hanken Grotesk"/>
              <a:sym typeface="Hanken Grotesk"/>
            </a:endParaRPr>
          </a:p>
          <a:p>
            <a:pPr indent="-317500" lvl="0" marL="457200" rtl="0" algn="l">
              <a:spcBef>
                <a:spcPts val="0"/>
              </a:spcBef>
              <a:spcAft>
                <a:spcPts val="0"/>
              </a:spcAft>
              <a:buClr>
                <a:schemeClr val="dk1"/>
              </a:buClr>
              <a:buSzPts val="1400"/>
              <a:buFont typeface="Hanken Grotesk"/>
              <a:buAutoNum type="arabicPeriod"/>
            </a:pPr>
            <a:r>
              <a:rPr lang="en">
                <a:solidFill>
                  <a:schemeClr val="dk1"/>
                </a:solidFill>
                <a:latin typeface="Hanken Grotesk"/>
                <a:ea typeface="Hanken Grotesk"/>
                <a:cs typeface="Hanken Grotesk"/>
                <a:sym typeface="Hanken Grotesk"/>
              </a:rPr>
              <a:t>Unified web interface				4. Face &amp; image restoration</a:t>
            </a:r>
            <a:endParaRPr>
              <a:solidFill>
                <a:schemeClr val="dk1"/>
              </a:solidFill>
              <a:latin typeface="Hanken Grotesk"/>
              <a:ea typeface="Hanken Grotesk"/>
              <a:cs typeface="Hanken Grotesk"/>
              <a:sym typeface="Hanken Grotesk"/>
            </a:endParaRPr>
          </a:p>
          <a:p>
            <a:pPr indent="-317500" lvl="0" marL="457200" rtl="0" algn="l">
              <a:spcBef>
                <a:spcPts val="0"/>
              </a:spcBef>
              <a:spcAft>
                <a:spcPts val="0"/>
              </a:spcAft>
              <a:buClr>
                <a:schemeClr val="dk1"/>
              </a:buClr>
              <a:buSzPts val="1400"/>
              <a:buFont typeface="Hanken Grotesk"/>
              <a:buAutoNum type="arabicPeriod"/>
            </a:pPr>
            <a:r>
              <a:rPr lang="en">
                <a:solidFill>
                  <a:schemeClr val="dk1"/>
                </a:solidFill>
                <a:latin typeface="Hanken Grotesk"/>
                <a:ea typeface="Hanken Grotesk"/>
                <a:cs typeface="Hanken Grotesk"/>
                <a:sym typeface="Hanken Grotesk"/>
              </a:rPr>
              <a:t>Multi model inpainting				5. Non-expert UX</a:t>
            </a:r>
            <a:endParaRPr>
              <a:solidFill>
                <a:schemeClr val="dk1"/>
              </a:solidFill>
              <a:latin typeface="Hanken Grotesk"/>
              <a:ea typeface="Hanken Grotesk"/>
              <a:cs typeface="Hanken Grotesk"/>
              <a:sym typeface="Hanken Grotesk"/>
            </a:endParaRPr>
          </a:p>
          <a:p>
            <a:pPr indent="-317500" lvl="0" marL="457200" rtl="0" algn="l">
              <a:spcBef>
                <a:spcPts val="0"/>
              </a:spcBef>
              <a:spcAft>
                <a:spcPts val="0"/>
              </a:spcAft>
              <a:buClr>
                <a:schemeClr val="dk1"/>
              </a:buClr>
              <a:buSzPts val="1400"/>
              <a:buFont typeface="Hanken Grotesk"/>
              <a:buAutoNum type="arabicPeriod"/>
            </a:pPr>
            <a:r>
              <a:rPr lang="en">
                <a:solidFill>
                  <a:schemeClr val="dk1"/>
                </a:solidFill>
                <a:latin typeface="Hanken Grotesk"/>
                <a:ea typeface="Hanken Grotesk"/>
                <a:cs typeface="Hanken Grotesk"/>
                <a:sym typeface="Hanken Grotesk"/>
              </a:rPr>
              <a:t>Diffusion based style transfer		6. Performance evaluation</a:t>
            </a:r>
            <a:endParaRPr>
              <a:solidFill>
                <a:schemeClr val="dk1"/>
              </a:solidFill>
              <a:latin typeface="Hanken Grotesk"/>
              <a:ea typeface="Hanken Grotesk"/>
              <a:cs typeface="Hanken Grotesk"/>
              <a:sym typeface="Hanken Grotesk"/>
            </a:endParaRPr>
          </a:p>
          <a:p>
            <a:pPr indent="0" lvl="0" marL="45720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32"/>
          <p:cNvSpPr txBox="1"/>
          <p:nvPr>
            <p:ph type="title"/>
          </p:nvPr>
        </p:nvSpPr>
        <p:spPr>
          <a:xfrm>
            <a:off x="1136800" y="2325725"/>
            <a:ext cx="36534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Literature Review</a:t>
            </a:r>
            <a:endParaRPr/>
          </a:p>
        </p:txBody>
      </p:sp>
      <p:sp>
        <p:nvSpPr>
          <p:cNvPr id="795" name="Google Shape;795;p32"/>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796" name="Google Shape;796;p32"/>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2"/>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798" name="Google Shape;798;p32"/>
          <p:cNvGrpSpPr/>
          <p:nvPr/>
        </p:nvGrpSpPr>
        <p:grpSpPr>
          <a:xfrm flipH="1" rot="10800000">
            <a:off x="7968643" y="3562070"/>
            <a:ext cx="681217" cy="3360485"/>
            <a:chOff x="1337800" y="-2525590"/>
            <a:chExt cx="1498167" cy="7390555"/>
          </a:xfrm>
        </p:grpSpPr>
        <p:cxnSp>
          <p:nvCxnSpPr>
            <p:cNvPr id="799" name="Google Shape;799;p32"/>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800" name="Google Shape;800;p32"/>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801" name="Google Shape;801;p32"/>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 name="Google Shape;802;p32"/>
          <p:cNvGrpSpPr/>
          <p:nvPr/>
        </p:nvGrpSpPr>
        <p:grpSpPr>
          <a:xfrm flipH="1" rot="-5400000">
            <a:off x="70043" y="-592705"/>
            <a:ext cx="681217" cy="3360485"/>
            <a:chOff x="1337800" y="-2525590"/>
            <a:chExt cx="1498167" cy="7390555"/>
          </a:xfrm>
        </p:grpSpPr>
        <p:cxnSp>
          <p:nvCxnSpPr>
            <p:cNvPr id="803" name="Google Shape;803;p32"/>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804" name="Google Shape;804;p32"/>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805" name="Google Shape;805;p32"/>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6" name="Google Shape;806;p32"/>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807" name="Google Shape;807;p32"/>
          <p:cNvGrpSpPr/>
          <p:nvPr/>
        </p:nvGrpSpPr>
        <p:grpSpPr>
          <a:xfrm>
            <a:off x="7221623" y="1260360"/>
            <a:ext cx="1160062" cy="523162"/>
            <a:chOff x="7221623" y="1260360"/>
            <a:chExt cx="1160062" cy="523162"/>
          </a:xfrm>
        </p:grpSpPr>
        <p:sp>
          <p:nvSpPr>
            <p:cNvPr id="808" name="Google Shape;808;p32"/>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2"/>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2"/>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Literature: Diffusion Foundation</a:t>
            </a:r>
            <a:endParaRPr/>
          </a:p>
        </p:txBody>
      </p:sp>
      <p:graphicFrame>
        <p:nvGraphicFramePr>
          <p:cNvPr id="816" name="Google Shape;816;p33"/>
          <p:cNvGraphicFramePr/>
          <p:nvPr/>
        </p:nvGraphicFramePr>
        <p:xfrm>
          <a:off x="719988" y="1372910"/>
          <a:ext cx="3000000" cy="3000000"/>
        </p:xfrm>
        <a:graphic>
          <a:graphicData uri="http://schemas.openxmlformats.org/drawingml/2006/table">
            <a:tbl>
              <a:tblPr>
                <a:noFill/>
                <a:tableStyleId>{36249819-4351-48F2-AAB5-039C0532DF4C}</a:tableStyleId>
              </a:tblPr>
              <a:tblGrid>
                <a:gridCol w="2323750"/>
                <a:gridCol w="3257475"/>
                <a:gridCol w="2122775"/>
              </a:tblGrid>
              <a:tr h="533125">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Paper</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Key Contribution</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Significance</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DDPM (Ho et al.2020)</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Iterative</a:t>
                      </a:r>
                      <a:r>
                        <a:rPr lang="en" sz="1000">
                          <a:solidFill>
                            <a:schemeClr val="dk1"/>
                          </a:solidFill>
                          <a:latin typeface="Hanken Grotesk"/>
                          <a:ea typeface="Hanken Grotesk"/>
                          <a:cs typeface="Hanken Grotesk"/>
                          <a:sym typeface="Hanken Grotesk"/>
                        </a:rPr>
                        <a:t> denoising as image generation</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The mechanism</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DDIM (Song et al.2020)</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Non-Markovian Sampling — 20 - 100 steps</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10-50 x speed up -&gt; iterative</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LDM (Rombach et al.2022)</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Diffusion in compressed latent space</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Cuts VRAM usage</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
        <p:nvSpPr>
          <p:cNvPr id="817" name="Google Shape;817;p33"/>
          <p:cNvSpPr txBox="1"/>
          <p:nvPr/>
        </p:nvSpPr>
        <p:spPr>
          <a:xfrm>
            <a:off x="720000" y="971975"/>
            <a:ext cx="75462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Three papers underpin every model in this project</a:t>
            </a:r>
            <a:endParaRPr sz="1200">
              <a:solidFill>
                <a:schemeClr val="dk1"/>
              </a:solidFill>
              <a:latin typeface="Hanken Grotesk"/>
              <a:ea typeface="Hanken Grotesk"/>
              <a:cs typeface="Hanken Grotesk"/>
              <a:sym typeface="Hanken Grotesk"/>
            </a:endParaRPr>
          </a:p>
        </p:txBody>
      </p:sp>
      <p:sp>
        <p:nvSpPr>
          <p:cNvPr id="818" name="Google Shape;818;p33"/>
          <p:cNvSpPr/>
          <p:nvPr/>
        </p:nvSpPr>
        <p:spPr>
          <a:xfrm>
            <a:off x="1418700" y="3187500"/>
            <a:ext cx="3153300" cy="7365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FORWARD process:</a:t>
            </a:r>
            <a:endParaRPr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Add Gaussian noise over T steps -&gt; pure noise</a:t>
            </a:r>
            <a:endParaRPr sz="1100">
              <a:solidFill>
                <a:schemeClr val="dk1"/>
              </a:solidFill>
              <a:latin typeface="Hanken Grotesk"/>
              <a:ea typeface="Hanken Grotesk"/>
              <a:cs typeface="Hanken Grotesk"/>
              <a:sym typeface="Hanken Grotesk"/>
            </a:endParaRPr>
          </a:p>
        </p:txBody>
      </p:sp>
      <p:sp>
        <p:nvSpPr>
          <p:cNvPr id="819" name="Google Shape;819;p33"/>
          <p:cNvSpPr/>
          <p:nvPr/>
        </p:nvSpPr>
        <p:spPr>
          <a:xfrm>
            <a:off x="4734475" y="3187500"/>
            <a:ext cx="3153300" cy="7365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REVERSE process:</a:t>
            </a:r>
            <a:br>
              <a:rPr lang="en" sz="1100">
                <a:solidFill>
                  <a:schemeClr val="dk1"/>
                </a:solidFill>
                <a:latin typeface="Hanken Grotesk"/>
                <a:ea typeface="Hanken Grotesk"/>
                <a:cs typeface="Hanken Grotesk"/>
                <a:sym typeface="Hanken Grotesk"/>
              </a:rPr>
            </a:br>
            <a:r>
              <a:rPr lang="en" sz="1100">
                <a:solidFill>
                  <a:schemeClr val="dk1"/>
                </a:solidFill>
                <a:latin typeface="Hanken Grotesk"/>
                <a:ea typeface="Hanken Grotesk"/>
                <a:cs typeface="Hanken Grotesk"/>
                <a:sym typeface="Hanken Grotesk"/>
              </a:rPr>
              <a:t>Learn to denoise step by step -&gt; recover image</a:t>
            </a:r>
            <a:endParaRPr sz="1100">
              <a:solidFill>
                <a:schemeClr val="dk1"/>
              </a:solidFill>
              <a:latin typeface="Hanken Grotesk"/>
              <a:ea typeface="Hanken Grotesk"/>
              <a:cs typeface="Hanken Grotesk"/>
              <a:sym typeface="Hanken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Conditional Generation &amp; Inpainting Models</a:t>
            </a:r>
            <a:endParaRPr/>
          </a:p>
        </p:txBody>
      </p:sp>
      <p:graphicFrame>
        <p:nvGraphicFramePr>
          <p:cNvPr id="825" name="Google Shape;825;p34"/>
          <p:cNvGraphicFramePr/>
          <p:nvPr/>
        </p:nvGraphicFramePr>
        <p:xfrm>
          <a:off x="719988" y="1372910"/>
          <a:ext cx="3000000" cy="3000000"/>
        </p:xfrm>
        <a:graphic>
          <a:graphicData uri="http://schemas.openxmlformats.org/drawingml/2006/table">
            <a:tbl>
              <a:tblPr>
                <a:noFill/>
                <a:tableStyleId>{36249819-4351-48F2-AAB5-039C0532DF4C}</a:tableStyleId>
              </a:tblPr>
              <a:tblGrid>
                <a:gridCol w="1281975"/>
                <a:gridCol w="1241300"/>
                <a:gridCol w="1726900"/>
                <a:gridCol w="1726900"/>
                <a:gridCol w="1726900"/>
              </a:tblGrid>
              <a:tr h="533125">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Model</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Architecture</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Params</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VRAM (FP16)</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VRAM (NF4)</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 Inpainting</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U-Net (LDM)</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~860M</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5-7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N/A</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SDXL Inpainting</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U-Net (LDM)</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~2.6B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10-12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 4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Kandinsky</a:t>
                      </a:r>
                      <a:r>
                        <a:rPr b="1" lang="en" sz="1100">
                          <a:solidFill>
                            <a:schemeClr val="dk1"/>
                          </a:solidFill>
                          <a:latin typeface="Hanken Grotesk"/>
                          <a:ea typeface="Hanken Grotesk"/>
                          <a:cs typeface="Hanken Grotesk"/>
                          <a:sym typeface="Hanken Grotesk"/>
                        </a:rPr>
                        <a:t> 2.2</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Prior + Decoder</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~2B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6-8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N/A</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FLUX.1 Fill</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DiT + Flow Matching</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~12B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22-24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 10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
        <p:nvSpPr>
          <p:cNvPr id="826" name="Google Shape;826;p34"/>
          <p:cNvSpPr/>
          <p:nvPr/>
        </p:nvSpPr>
        <p:spPr>
          <a:xfrm>
            <a:off x="720000" y="3791675"/>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Classifier-Free Guidance</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Ho - 2022</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 guidance_scale slider </a:t>
            </a:r>
            <a:endParaRPr sz="1100">
              <a:solidFill>
                <a:schemeClr val="dk1"/>
              </a:solidFill>
              <a:latin typeface="Hanken Grotesk"/>
              <a:ea typeface="Hanken Grotesk"/>
              <a:cs typeface="Hanken Grotesk"/>
              <a:sym typeface="Hanken Grotesk"/>
            </a:endParaRPr>
          </a:p>
        </p:txBody>
      </p:sp>
      <p:sp>
        <p:nvSpPr>
          <p:cNvPr id="827" name="Google Shape;827;p34"/>
          <p:cNvSpPr/>
          <p:nvPr/>
        </p:nvSpPr>
        <p:spPr>
          <a:xfrm>
            <a:off x="3358350" y="3791675"/>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CLIP</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Radford 2021</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 Text-prompt encoder</a:t>
            </a:r>
            <a:endParaRPr b="1" sz="1100">
              <a:solidFill>
                <a:schemeClr val="dk1"/>
              </a:solidFill>
              <a:latin typeface="Hanken Grotesk"/>
              <a:ea typeface="Hanken Grotesk"/>
              <a:cs typeface="Hanken Grotesk"/>
              <a:sym typeface="Hanken Grotesk"/>
            </a:endParaRPr>
          </a:p>
        </p:txBody>
      </p:sp>
      <p:sp>
        <p:nvSpPr>
          <p:cNvPr id="828" name="Google Shape;828;p34"/>
          <p:cNvSpPr/>
          <p:nvPr/>
        </p:nvSpPr>
        <p:spPr>
          <a:xfrm>
            <a:off x="5996700" y="3791675"/>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Diffusion Transformers</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Peebles 2023</a:t>
            </a:r>
            <a:endParaRPr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 FLUX.1 backbone</a:t>
            </a:r>
            <a:endParaRPr sz="1100">
              <a:solidFill>
                <a:schemeClr val="dk1"/>
              </a:solidFill>
              <a:latin typeface="Hanken Grotesk"/>
              <a:ea typeface="Hanken Grotesk"/>
              <a:cs typeface="Hanken Grotesk"/>
              <a:sym typeface="Hanken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Style Transfer </a:t>
            </a:r>
            <a:endParaRPr/>
          </a:p>
        </p:txBody>
      </p:sp>
      <p:graphicFrame>
        <p:nvGraphicFramePr>
          <p:cNvPr id="834" name="Google Shape;834;p35"/>
          <p:cNvGraphicFramePr/>
          <p:nvPr/>
        </p:nvGraphicFramePr>
        <p:xfrm>
          <a:off x="719988" y="1372910"/>
          <a:ext cx="3000000" cy="3000000"/>
        </p:xfrm>
        <a:graphic>
          <a:graphicData uri="http://schemas.openxmlformats.org/drawingml/2006/table">
            <a:tbl>
              <a:tblPr>
                <a:noFill/>
                <a:tableStyleId>{36249819-4351-48F2-AAB5-039C0532DF4C}</a:tableStyleId>
              </a:tblPr>
              <a:tblGrid>
                <a:gridCol w="1281975"/>
                <a:gridCol w="1241300"/>
                <a:gridCol w="1726900"/>
                <a:gridCol w="1726900"/>
                <a:gridCol w="1726900"/>
              </a:tblGrid>
              <a:tr h="533125">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Model</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Architecture</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Params</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VRAM (FP16)</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VRAM (NF4)</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SDXL img2img</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U-Net(LDM) + dual CLIP encoders</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 2.6B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10-12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 4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 1.5 img2img</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U-Net(LDM) + single CLIP</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~860M</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5-7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N/A</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
        <p:nvSpPr>
          <p:cNvPr id="835" name="Google Shape;835;p35"/>
          <p:cNvSpPr/>
          <p:nvPr/>
        </p:nvSpPr>
        <p:spPr>
          <a:xfrm>
            <a:off x="720000" y="3236500"/>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SDEdit / Diffusion img2img</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Meng 2022</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 </a:t>
            </a:r>
            <a:r>
              <a:rPr lang="en" sz="1100">
                <a:solidFill>
                  <a:schemeClr val="dk1"/>
                </a:solidFill>
                <a:latin typeface="Hanken Grotesk"/>
                <a:ea typeface="Hanken Grotesk"/>
                <a:cs typeface="Hanken Grotesk"/>
                <a:sym typeface="Hanken Grotesk"/>
              </a:rPr>
              <a:t>Arbitrary</a:t>
            </a:r>
            <a:r>
              <a:rPr lang="en" sz="1100">
                <a:solidFill>
                  <a:schemeClr val="dk1"/>
                </a:solidFill>
                <a:latin typeface="Hanken Grotesk"/>
                <a:ea typeface="Hanken Grotesk"/>
                <a:cs typeface="Hanken Grotesk"/>
                <a:sym typeface="Hanken Grotesk"/>
              </a:rPr>
              <a:t> text-driven styles </a:t>
            </a:r>
            <a:endParaRPr sz="1100">
              <a:solidFill>
                <a:schemeClr val="dk1"/>
              </a:solidFill>
              <a:latin typeface="Hanken Grotesk"/>
              <a:ea typeface="Hanken Grotesk"/>
              <a:cs typeface="Hanken Grotesk"/>
              <a:sym typeface="Hanken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Restoration</a:t>
            </a:r>
            <a:endParaRPr/>
          </a:p>
          <a:p>
            <a:pPr indent="0" lvl="0" marL="0" rtl="0" algn="l">
              <a:spcBef>
                <a:spcPts val="0"/>
              </a:spcBef>
              <a:spcAft>
                <a:spcPts val="0"/>
              </a:spcAft>
              <a:buNone/>
            </a:pPr>
            <a:r>
              <a:t/>
            </a:r>
            <a:endParaRPr/>
          </a:p>
        </p:txBody>
      </p:sp>
      <p:graphicFrame>
        <p:nvGraphicFramePr>
          <p:cNvPr id="841" name="Google Shape;841;p36"/>
          <p:cNvGraphicFramePr/>
          <p:nvPr/>
        </p:nvGraphicFramePr>
        <p:xfrm>
          <a:off x="719988" y="1210385"/>
          <a:ext cx="3000000" cy="3000000"/>
        </p:xfrm>
        <a:graphic>
          <a:graphicData uri="http://schemas.openxmlformats.org/drawingml/2006/table">
            <a:tbl>
              <a:tblPr>
                <a:noFill/>
                <a:tableStyleId>{36249819-4351-48F2-AAB5-039C0532DF4C}</a:tableStyleId>
              </a:tblPr>
              <a:tblGrid>
                <a:gridCol w="1120750"/>
                <a:gridCol w="1120750"/>
                <a:gridCol w="1410775"/>
                <a:gridCol w="1509725"/>
                <a:gridCol w="1509725"/>
              </a:tblGrid>
              <a:tr h="572750">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Role</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Model</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Architecture</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VRAM </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Notes</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687625">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Face Restore</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CodeFormer</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VQ-codebook + Transformer</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2-4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Fidelity w∊0,1 controllable </a:t>
                      </a:r>
                      <a:r>
                        <a:rPr lang="en" sz="1000">
                          <a:solidFill>
                            <a:schemeClr val="dk1"/>
                          </a:solidFill>
                          <a:latin typeface="Hanken Grotesk"/>
                          <a:ea typeface="Hanken Grotesk"/>
                          <a:cs typeface="Hanken Grotesk"/>
                          <a:sym typeface="Hanken Grotesk"/>
                        </a:rPr>
                        <a:t>identity</a:t>
                      </a:r>
                      <a:r>
                        <a:rPr lang="en" sz="1000">
                          <a:solidFill>
                            <a:schemeClr val="dk1"/>
                          </a:solidFill>
                          <a:latin typeface="Hanken Grotesk"/>
                          <a:ea typeface="Hanken Grotesk"/>
                          <a:cs typeface="Hanken Grotesk"/>
                          <a:sym typeface="Hanken Grotesk"/>
                        </a:rPr>
                        <a:t> vs quality</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2390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Face Restore</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GFPGAN</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StyleGan2 Prior + facial dictionary</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2-4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Identity loss, single pass face restore</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64825">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Upscale (optional)</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Real-ESRGAN</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RRDB blocks</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2-6 GB</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none/2x/4x runs after face restore</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
        <p:nvSpPr>
          <p:cNvPr id="842" name="Google Shape;842;p36"/>
          <p:cNvSpPr/>
          <p:nvPr/>
        </p:nvSpPr>
        <p:spPr>
          <a:xfrm>
            <a:off x="720000" y="3667275"/>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StyleGAN2</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Karras 2020</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-&gt; Generator prior for faces</a:t>
            </a:r>
            <a:endParaRPr sz="1100">
              <a:solidFill>
                <a:schemeClr val="dk1"/>
              </a:solidFill>
              <a:latin typeface="Hanken Grotesk"/>
              <a:ea typeface="Hanken Grotesk"/>
              <a:cs typeface="Hanken Grotesk"/>
              <a:sym typeface="Hanken Grotesk"/>
            </a:endParaRPr>
          </a:p>
        </p:txBody>
      </p:sp>
      <p:sp>
        <p:nvSpPr>
          <p:cNvPr id="843" name="Google Shape;843;p36"/>
          <p:cNvSpPr/>
          <p:nvPr/>
        </p:nvSpPr>
        <p:spPr>
          <a:xfrm>
            <a:off x="5879400" y="3667275"/>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ESRGAN /RRDB</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Wang 2018</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-&gt; Super-resolution backbone</a:t>
            </a:r>
            <a:endParaRPr sz="1100">
              <a:solidFill>
                <a:schemeClr val="dk1"/>
              </a:solidFill>
              <a:latin typeface="Hanken Grotesk"/>
              <a:ea typeface="Hanken Grotesk"/>
              <a:cs typeface="Hanken Grotesk"/>
              <a:sym typeface="Hanken Grotesk"/>
            </a:endParaRPr>
          </a:p>
        </p:txBody>
      </p:sp>
      <p:sp>
        <p:nvSpPr>
          <p:cNvPr id="844" name="Google Shape;844;p36"/>
          <p:cNvSpPr/>
          <p:nvPr/>
        </p:nvSpPr>
        <p:spPr>
          <a:xfrm>
            <a:off x="3299700" y="3667275"/>
            <a:ext cx="2427300" cy="815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VQ-VAE / Codebook</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Van den Oord 2017</a:t>
            </a:r>
            <a:endParaRPr b="1" sz="11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100">
                <a:solidFill>
                  <a:schemeClr val="dk1"/>
                </a:solidFill>
                <a:latin typeface="Hanken Grotesk"/>
                <a:ea typeface="Hanken Grotesk"/>
                <a:cs typeface="Hanken Grotesk"/>
                <a:sym typeface="Hanken Grotesk"/>
              </a:rPr>
              <a:t>-&gt; Discrete latent prior</a:t>
            </a:r>
            <a:endParaRPr sz="1100">
              <a:solidFill>
                <a:schemeClr val="dk1"/>
              </a:solidFill>
              <a:latin typeface="Hanken Grotesk"/>
              <a:ea typeface="Hanken Grotesk"/>
              <a:cs typeface="Hanken Grotesk"/>
              <a:sym typeface="Hanken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37"/>
          <p:cNvSpPr txBox="1"/>
          <p:nvPr>
            <p:ph type="title"/>
          </p:nvPr>
        </p:nvSpPr>
        <p:spPr>
          <a:xfrm>
            <a:off x="1042438" y="2325725"/>
            <a:ext cx="37479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System Design &amp; Implementation</a:t>
            </a:r>
            <a:endParaRPr/>
          </a:p>
        </p:txBody>
      </p:sp>
      <p:sp>
        <p:nvSpPr>
          <p:cNvPr id="850" name="Google Shape;850;p37"/>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851" name="Google Shape;851;p37"/>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7"/>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853" name="Google Shape;853;p37"/>
          <p:cNvGrpSpPr/>
          <p:nvPr/>
        </p:nvGrpSpPr>
        <p:grpSpPr>
          <a:xfrm flipH="1" rot="10800000">
            <a:off x="7968643" y="3562070"/>
            <a:ext cx="681217" cy="3360485"/>
            <a:chOff x="1337800" y="-2525590"/>
            <a:chExt cx="1498167" cy="7390555"/>
          </a:xfrm>
        </p:grpSpPr>
        <p:cxnSp>
          <p:nvCxnSpPr>
            <p:cNvPr id="854" name="Google Shape;854;p37"/>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855" name="Google Shape;855;p37"/>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856" name="Google Shape;856;p3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37"/>
          <p:cNvGrpSpPr/>
          <p:nvPr/>
        </p:nvGrpSpPr>
        <p:grpSpPr>
          <a:xfrm flipH="1" rot="-5400000">
            <a:off x="70043" y="-592705"/>
            <a:ext cx="681217" cy="3360485"/>
            <a:chOff x="1337800" y="-2525590"/>
            <a:chExt cx="1498167" cy="7390555"/>
          </a:xfrm>
        </p:grpSpPr>
        <p:cxnSp>
          <p:nvCxnSpPr>
            <p:cNvPr id="858" name="Google Shape;858;p37"/>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859" name="Google Shape;859;p37"/>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860" name="Google Shape;860;p3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1" name="Google Shape;861;p37"/>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862" name="Google Shape;862;p37"/>
          <p:cNvGrpSpPr/>
          <p:nvPr/>
        </p:nvGrpSpPr>
        <p:grpSpPr>
          <a:xfrm>
            <a:off x="7221623" y="1260360"/>
            <a:ext cx="1160062" cy="523162"/>
            <a:chOff x="7221623" y="1260360"/>
            <a:chExt cx="1160062" cy="523162"/>
          </a:xfrm>
        </p:grpSpPr>
        <p:sp>
          <p:nvSpPr>
            <p:cNvPr id="863" name="Google Shape;863;p37"/>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7"/>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7"/>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Architecture</a:t>
            </a:r>
            <a:endParaRPr/>
          </a:p>
        </p:txBody>
      </p:sp>
      <p:pic>
        <p:nvPicPr>
          <p:cNvPr id="871" name="Google Shape;871;p38" title="system_architecture.png"/>
          <p:cNvPicPr preferRelativeResize="0"/>
          <p:nvPr/>
        </p:nvPicPr>
        <p:blipFill>
          <a:blip r:embed="rId3">
            <a:alphaModFix/>
          </a:blip>
          <a:stretch>
            <a:fillRect/>
          </a:stretch>
        </p:blipFill>
        <p:spPr>
          <a:xfrm>
            <a:off x="4961675" y="445025"/>
            <a:ext cx="3317275" cy="4428800"/>
          </a:xfrm>
          <a:prstGeom prst="rect">
            <a:avLst/>
          </a:prstGeom>
          <a:noFill/>
          <a:ln>
            <a:noFill/>
          </a:ln>
        </p:spPr>
      </p:pic>
      <p:sp>
        <p:nvSpPr>
          <p:cNvPr id="872" name="Google Shape;872;p38"/>
          <p:cNvSpPr txBox="1"/>
          <p:nvPr/>
        </p:nvSpPr>
        <p:spPr>
          <a:xfrm>
            <a:off x="533150" y="1030375"/>
            <a:ext cx="3912000" cy="3540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Frontend - React 19 SPA</a:t>
            </a:r>
            <a:endParaRPr b="1"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b="1"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Backend - FastAPI on Colab GPU, exposed via ngrok</a:t>
            </a:r>
            <a:endParaRPr b="1"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b="1"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Backend = three layers</a:t>
            </a:r>
            <a:endParaRPr b="1" sz="1200">
              <a:solidFill>
                <a:schemeClr val="dk1"/>
              </a:solidFill>
              <a:latin typeface="Hanken Grotesk"/>
              <a:ea typeface="Hanken Grotesk"/>
              <a:cs typeface="Hanken Grotesk"/>
              <a:sym typeface="Hanken Grotesk"/>
            </a:endParaRPr>
          </a:p>
          <a:p>
            <a:pPr indent="-304800" lvl="1" marL="9144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routers/ -&gt; endpoint contacts</a:t>
            </a:r>
            <a:endParaRPr b="1" sz="1200">
              <a:solidFill>
                <a:schemeClr val="dk1"/>
              </a:solidFill>
              <a:latin typeface="Hanken Grotesk"/>
              <a:ea typeface="Hanken Grotesk"/>
              <a:cs typeface="Hanken Grotesk"/>
              <a:sym typeface="Hanken Grotesk"/>
            </a:endParaRPr>
          </a:p>
          <a:p>
            <a:pPr indent="-304800" lvl="1" marL="9144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s</a:t>
            </a:r>
            <a:r>
              <a:rPr b="1" lang="en" sz="1200">
                <a:solidFill>
                  <a:schemeClr val="dk1"/>
                </a:solidFill>
                <a:latin typeface="Hanken Grotesk"/>
                <a:ea typeface="Hanken Grotesk"/>
                <a:cs typeface="Hanken Grotesk"/>
                <a:sym typeface="Hanken Grotesk"/>
              </a:rPr>
              <a:t>chema/ -&gt; Pydantic validation</a:t>
            </a:r>
            <a:endParaRPr b="1" sz="1200">
              <a:solidFill>
                <a:schemeClr val="dk1"/>
              </a:solidFill>
              <a:latin typeface="Hanken Grotesk"/>
              <a:ea typeface="Hanken Grotesk"/>
              <a:cs typeface="Hanken Grotesk"/>
              <a:sym typeface="Hanken Grotesk"/>
            </a:endParaRPr>
          </a:p>
          <a:p>
            <a:pPr indent="-304800" lvl="1" marL="9144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s</a:t>
            </a:r>
            <a:r>
              <a:rPr b="1" lang="en" sz="1200">
                <a:solidFill>
                  <a:schemeClr val="dk1"/>
                </a:solidFill>
                <a:latin typeface="Hanken Grotesk"/>
                <a:ea typeface="Hanken Grotesk"/>
                <a:cs typeface="Hanken Grotesk"/>
                <a:sym typeface="Hanken Grotesk"/>
              </a:rPr>
              <a:t>ervices/ → singleton ML pipelines</a:t>
            </a:r>
            <a:endParaRPr b="1"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b="1"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Lazy load + cache models per (name, quantisation)</a:t>
            </a:r>
            <a:endParaRPr b="1"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b="1" sz="1200">
              <a:solidFill>
                <a:schemeClr val="dk1"/>
              </a:solidFill>
              <a:latin typeface="Hanken Grotesk"/>
              <a:ea typeface="Hanken Grotesk"/>
              <a:cs typeface="Hanken Grotesk"/>
              <a:sym typeface="Hanken Grotesk"/>
            </a:endParaRPr>
          </a:p>
          <a:p>
            <a:pPr indent="-304800" lvl="0" marL="457200" rtl="0" algn="l">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JSON + Base64 transport (no multipart)</a:t>
            </a:r>
            <a:endParaRPr b="1" sz="1200">
              <a:solidFill>
                <a:schemeClr val="dk1"/>
              </a:solidFill>
              <a:latin typeface="Hanken Grotesk"/>
              <a:ea typeface="Hanken Grotesk"/>
              <a:cs typeface="Hanken Grotesk"/>
              <a:sym typeface="Hanken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 Stack — Why these choices</a:t>
            </a:r>
            <a:endParaRPr/>
          </a:p>
        </p:txBody>
      </p:sp>
      <p:graphicFrame>
        <p:nvGraphicFramePr>
          <p:cNvPr id="878" name="Google Shape;878;p39"/>
          <p:cNvGraphicFramePr/>
          <p:nvPr/>
        </p:nvGraphicFramePr>
        <p:xfrm>
          <a:off x="719988" y="1372910"/>
          <a:ext cx="3000000" cy="3000000"/>
        </p:xfrm>
        <a:graphic>
          <a:graphicData uri="http://schemas.openxmlformats.org/drawingml/2006/table">
            <a:tbl>
              <a:tblPr>
                <a:noFill/>
                <a:tableStyleId>{36249819-4351-48F2-AAB5-039C0532DF4C}</a:tableStyleId>
              </a:tblPr>
              <a:tblGrid>
                <a:gridCol w="1992150"/>
                <a:gridCol w="1932525"/>
                <a:gridCol w="3434525"/>
              </a:tblGrid>
              <a:tr h="533125">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Layer</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Choice</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Reason</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ML Framework</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PyTorch</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Diffusers + bitsandbytes are PyTorch-native; HF Hub model availability</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Backend</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FastAPI</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Native async, Pydantic validation, auto-OpenAPI/Swagger, no ORM bloat</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Frontend</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React 19 + TS + Vite + Tailwind</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Modern SPA, type safety, fast HMR</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Quantisation</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bitsandbytes</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NF4/INT8 -&gt; fits FLUX.1 fill on smaller GPU </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9385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Deployment</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Colab + ngrok</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Free GPU + public HTTPS:tunnel</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40"/>
          <p:cNvSpPr txBox="1"/>
          <p:nvPr>
            <p:ph type="title"/>
          </p:nvPr>
        </p:nvSpPr>
        <p:spPr>
          <a:xfrm>
            <a:off x="1136800" y="2325725"/>
            <a:ext cx="36534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Live </a:t>
            </a:r>
            <a:r>
              <a:rPr lang="en"/>
              <a:t>Demonstration</a:t>
            </a:r>
            <a:endParaRPr/>
          </a:p>
        </p:txBody>
      </p:sp>
      <p:sp>
        <p:nvSpPr>
          <p:cNvPr id="884" name="Google Shape;884;p40"/>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885" name="Google Shape;885;p40"/>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0"/>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887" name="Google Shape;887;p40"/>
          <p:cNvGrpSpPr/>
          <p:nvPr/>
        </p:nvGrpSpPr>
        <p:grpSpPr>
          <a:xfrm flipH="1" rot="10800000">
            <a:off x="7968643" y="3562070"/>
            <a:ext cx="681217" cy="3360485"/>
            <a:chOff x="1337800" y="-2525590"/>
            <a:chExt cx="1498167" cy="7390555"/>
          </a:xfrm>
        </p:grpSpPr>
        <p:cxnSp>
          <p:nvCxnSpPr>
            <p:cNvPr id="888" name="Google Shape;888;p40"/>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889" name="Google Shape;889;p40"/>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890" name="Google Shape;890;p4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1" name="Google Shape;891;p40"/>
          <p:cNvGrpSpPr/>
          <p:nvPr/>
        </p:nvGrpSpPr>
        <p:grpSpPr>
          <a:xfrm flipH="1" rot="-5400000">
            <a:off x="70043" y="-592705"/>
            <a:ext cx="681217" cy="3360485"/>
            <a:chOff x="1337800" y="-2525590"/>
            <a:chExt cx="1498167" cy="7390555"/>
          </a:xfrm>
        </p:grpSpPr>
        <p:cxnSp>
          <p:nvCxnSpPr>
            <p:cNvPr id="892" name="Google Shape;892;p40"/>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893" name="Google Shape;893;p40"/>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894" name="Google Shape;894;p4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5" name="Google Shape;895;p40"/>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896" name="Google Shape;896;p40"/>
          <p:cNvGrpSpPr/>
          <p:nvPr/>
        </p:nvGrpSpPr>
        <p:grpSpPr>
          <a:xfrm>
            <a:off x="7221623" y="1260360"/>
            <a:ext cx="1160062" cy="523162"/>
            <a:chOff x="7221623" y="1260360"/>
            <a:chExt cx="1160062" cy="523162"/>
          </a:xfrm>
        </p:grpSpPr>
        <p:sp>
          <p:nvSpPr>
            <p:cNvPr id="897" name="Google Shape;897;p40"/>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0"/>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0"/>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41"/>
          <p:cNvSpPr txBox="1"/>
          <p:nvPr>
            <p:ph type="title"/>
          </p:nvPr>
        </p:nvSpPr>
        <p:spPr>
          <a:xfrm>
            <a:off x="1136800" y="2325725"/>
            <a:ext cx="36534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&amp; Evaluation</a:t>
            </a:r>
            <a:endParaRPr/>
          </a:p>
        </p:txBody>
      </p:sp>
      <p:sp>
        <p:nvSpPr>
          <p:cNvPr id="905" name="Google Shape;905;p41"/>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906" name="Google Shape;906;p41"/>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1"/>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908" name="Google Shape;908;p41"/>
          <p:cNvGrpSpPr/>
          <p:nvPr/>
        </p:nvGrpSpPr>
        <p:grpSpPr>
          <a:xfrm flipH="1" rot="10800000">
            <a:off x="7968643" y="3562070"/>
            <a:ext cx="681217" cy="3360485"/>
            <a:chOff x="1337800" y="-2525590"/>
            <a:chExt cx="1498167" cy="7390555"/>
          </a:xfrm>
        </p:grpSpPr>
        <p:cxnSp>
          <p:nvCxnSpPr>
            <p:cNvPr id="909" name="Google Shape;909;p41"/>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910" name="Google Shape;910;p41"/>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911" name="Google Shape;911;p4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 name="Google Shape;912;p41"/>
          <p:cNvGrpSpPr/>
          <p:nvPr/>
        </p:nvGrpSpPr>
        <p:grpSpPr>
          <a:xfrm flipH="1" rot="-5400000">
            <a:off x="70043" y="-592705"/>
            <a:ext cx="681217" cy="3360485"/>
            <a:chOff x="1337800" y="-2525590"/>
            <a:chExt cx="1498167" cy="7390555"/>
          </a:xfrm>
        </p:grpSpPr>
        <p:cxnSp>
          <p:nvCxnSpPr>
            <p:cNvPr id="913" name="Google Shape;913;p41"/>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914" name="Google Shape;914;p41"/>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915" name="Google Shape;915;p4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 name="Google Shape;916;p41"/>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917" name="Google Shape;917;p41"/>
          <p:cNvGrpSpPr/>
          <p:nvPr/>
        </p:nvGrpSpPr>
        <p:grpSpPr>
          <a:xfrm>
            <a:off x="7221623" y="1260360"/>
            <a:ext cx="1160062" cy="523162"/>
            <a:chOff x="7221623" y="1260360"/>
            <a:chExt cx="1160062" cy="523162"/>
          </a:xfrm>
        </p:grpSpPr>
        <p:sp>
          <p:nvSpPr>
            <p:cNvPr id="918" name="Google Shape;918;p41"/>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1"/>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1"/>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Inpainting Results - 4 test cases</a:t>
            </a:r>
            <a:endParaRPr/>
          </a:p>
        </p:txBody>
      </p:sp>
      <p:graphicFrame>
        <p:nvGraphicFramePr>
          <p:cNvPr id="926" name="Google Shape;926;p42"/>
          <p:cNvGraphicFramePr/>
          <p:nvPr/>
        </p:nvGraphicFramePr>
        <p:xfrm>
          <a:off x="719988" y="1210385"/>
          <a:ext cx="3000000" cy="3000000"/>
        </p:xfrm>
        <a:graphic>
          <a:graphicData uri="http://schemas.openxmlformats.org/drawingml/2006/table">
            <a:tbl>
              <a:tblPr>
                <a:noFill/>
                <a:tableStyleId>{36249819-4351-48F2-AAB5-039C0532DF4C}</a:tableStyleId>
              </a:tblPr>
              <a:tblGrid>
                <a:gridCol w="3572650"/>
                <a:gridCol w="1305575"/>
                <a:gridCol w="2739350"/>
              </a:tblGrid>
              <a:tr h="572750">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Test</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800">
                          <a:solidFill>
                            <a:schemeClr val="dk1"/>
                          </a:solidFill>
                          <a:latin typeface="Bebas Neue"/>
                          <a:ea typeface="Bebas Neue"/>
                          <a:cs typeface="Bebas Neue"/>
                          <a:sym typeface="Bebas Neue"/>
                        </a:rPr>
                        <a:t>Model</a:t>
                      </a:r>
                      <a:endParaRPr sz="1800">
                        <a:solidFill>
                          <a:schemeClr val="dk1"/>
                        </a:solidFill>
                        <a:latin typeface="Bebas Neue"/>
                        <a:ea typeface="Bebas Neue"/>
                        <a:cs typeface="Bebas Neue"/>
                        <a:sym typeface="Bebas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Outcome</a:t>
                      </a:r>
                      <a:endParaRPr b="1" sz="1200">
                        <a:solidFill>
                          <a:schemeClr val="dk1"/>
                        </a:solidFill>
                        <a:latin typeface="Raleway"/>
                        <a:ea typeface="Raleway"/>
                        <a:cs typeface="Raleway"/>
                        <a:sym typeface="Ralew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687625">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Beach scene — remove crowd</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 Inpainting</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Good blend, minor sand artefacts</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23900">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Vintage Car — cobblestone road</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SDXL inpainting</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Sharp, perspective-consistent</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64825">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Mountain peak — blue sky</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FLUX.1 Fill</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Cleanest mask boundary</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64825">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Coastal grasses — ocean</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1100">
                          <a:solidFill>
                            <a:schemeClr val="dk1"/>
                          </a:solidFill>
                          <a:latin typeface="Hanken Grotesk"/>
                          <a:ea typeface="Hanken Grotesk"/>
                          <a:cs typeface="Hanken Grotesk"/>
                          <a:sym typeface="Hanken Grotesk"/>
                        </a:rPr>
                        <a:t>Kandinsky 2.2</a:t>
                      </a:r>
                      <a:endParaRPr b="1" sz="11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Document colour mismatch</a:t>
                      </a:r>
                      <a:endParaRPr sz="1000">
                        <a:solidFill>
                          <a:schemeClr val="dk1"/>
                        </a:solidFill>
                        <a:latin typeface="Hanken Grotesk"/>
                        <a:ea typeface="Hanken Grotesk"/>
                        <a:cs typeface="Hanken Grotesk"/>
                        <a:sym typeface="Hanken Grotes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Inpainting – Visual examples</a:t>
            </a:r>
            <a:endParaRPr/>
          </a:p>
        </p:txBody>
      </p:sp>
      <p:pic>
        <p:nvPicPr>
          <p:cNvPr id="932" name="Google Shape;932;p43" title="inpaint_beach_original.jpg"/>
          <p:cNvPicPr preferRelativeResize="0"/>
          <p:nvPr/>
        </p:nvPicPr>
        <p:blipFill>
          <a:blip r:embed="rId3">
            <a:alphaModFix/>
          </a:blip>
          <a:stretch>
            <a:fillRect/>
          </a:stretch>
        </p:blipFill>
        <p:spPr>
          <a:xfrm>
            <a:off x="775400" y="1449650"/>
            <a:ext cx="3579725" cy="2684799"/>
          </a:xfrm>
          <a:prstGeom prst="rect">
            <a:avLst/>
          </a:prstGeom>
          <a:noFill/>
          <a:ln>
            <a:noFill/>
          </a:ln>
        </p:spPr>
      </p:pic>
      <p:pic>
        <p:nvPicPr>
          <p:cNvPr id="933" name="Google Shape;933;p43" title="inpaint_beach_result.png"/>
          <p:cNvPicPr preferRelativeResize="0"/>
          <p:nvPr/>
        </p:nvPicPr>
        <p:blipFill>
          <a:blip r:embed="rId4">
            <a:alphaModFix/>
          </a:blip>
          <a:stretch>
            <a:fillRect/>
          </a:stretch>
        </p:blipFill>
        <p:spPr>
          <a:xfrm>
            <a:off x="4633325" y="1449650"/>
            <a:ext cx="3579725" cy="2684788"/>
          </a:xfrm>
          <a:prstGeom prst="rect">
            <a:avLst/>
          </a:prstGeom>
          <a:noFill/>
          <a:ln>
            <a:noFill/>
          </a:ln>
        </p:spPr>
      </p:pic>
      <p:pic>
        <p:nvPicPr>
          <p:cNvPr id="934" name="Google Shape;934;p43" title="inpaint_car_original.jpg"/>
          <p:cNvPicPr preferRelativeResize="0"/>
          <p:nvPr/>
        </p:nvPicPr>
        <p:blipFill>
          <a:blip r:embed="rId5">
            <a:alphaModFix/>
          </a:blip>
          <a:stretch>
            <a:fillRect/>
          </a:stretch>
        </p:blipFill>
        <p:spPr>
          <a:xfrm>
            <a:off x="775400" y="1449650"/>
            <a:ext cx="3579725" cy="2684794"/>
          </a:xfrm>
          <a:prstGeom prst="rect">
            <a:avLst/>
          </a:prstGeom>
          <a:noFill/>
          <a:ln>
            <a:noFill/>
          </a:ln>
        </p:spPr>
      </p:pic>
      <p:pic>
        <p:nvPicPr>
          <p:cNvPr id="935" name="Google Shape;935;p43" title="inpaint_car_result.png"/>
          <p:cNvPicPr preferRelativeResize="0"/>
          <p:nvPr/>
        </p:nvPicPr>
        <p:blipFill>
          <a:blip r:embed="rId6">
            <a:alphaModFix/>
          </a:blip>
          <a:stretch>
            <a:fillRect/>
          </a:stretch>
        </p:blipFill>
        <p:spPr>
          <a:xfrm>
            <a:off x="4633325" y="1449650"/>
            <a:ext cx="3579725" cy="2684794"/>
          </a:xfrm>
          <a:prstGeom prst="rect">
            <a:avLst/>
          </a:prstGeom>
          <a:noFill/>
          <a:ln>
            <a:noFill/>
          </a:ln>
        </p:spPr>
      </p:pic>
      <p:pic>
        <p:nvPicPr>
          <p:cNvPr id="936" name="Google Shape;936;p43" title="inpaint_mountain_original.jpg"/>
          <p:cNvPicPr preferRelativeResize="0"/>
          <p:nvPr/>
        </p:nvPicPr>
        <p:blipFill>
          <a:blip r:embed="rId7">
            <a:alphaModFix/>
          </a:blip>
          <a:stretch>
            <a:fillRect/>
          </a:stretch>
        </p:blipFill>
        <p:spPr>
          <a:xfrm>
            <a:off x="775400" y="1449644"/>
            <a:ext cx="3579725" cy="2684805"/>
          </a:xfrm>
          <a:prstGeom prst="rect">
            <a:avLst/>
          </a:prstGeom>
          <a:noFill/>
          <a:ln>
            <a:noFill/>
          </a:ln>
        </p:spPr>
      </p:pic>
      <p:pic>
        <p:nvPicPr>
          <p:cNvPr id="937" name="Google Shape;937;p43" title="inpaint_mountain_result.png"/>
          <p:cNvPicPr preferRelativeResize="0"/>
          <p:nvPr/>
        </p:nvPicPr>
        <p:blipFill>
          <a:blip r:embed="rId8">
            <a:alphaModFix/>
          </a:blip>
          <a:stretch>
            <a:fillRect/>
          </a:stretch>
        </p:blipFill>
        <p:spPr>
          <a:xfrm>
            <a:off x="4633325" y="1449650"/>
            <a:ext cx="3579725" cy="2684794"/>
          </a:xfrm>
          <a:prstGeom prst="rect">
            <a:avLst/>
          </a:prstGeom>
          <a:noFill/>
          <a:ln>
            <a:noFill/>
          </a:ln>
        </p:spPr>
      </p:pic>
      <p:pic>
        <p:nvPicPr>
          <p:cNvPr id="938" name="Google Shape;938;p43" title="inpaint_coastal_original.jpg"/>
          <p:cNvPicPr preferRelativeResize="0"/>
          <p:nvPr/>
        </p:nvPicPr>
        <p:blipFill>
          <a:blip r:embed="rId9">
            <a:alphaModFix/>
          </a:blip>
          <a:stretch>
            <a:fillRect/>
          </a:stretch>
        </p:blipFill>
        <p:spPr>
          <a:xfrm>
            <a:off x="775392" y="1449650"/>
            <a:ext cx="3579732" cy="2684799"/>
          </a:xfrm>
          <a:prstGeom prst="rect">
            <a:avLst/>
          </a:prstGeom>
          <a:noFill/>
          <a:ln>
            <a:noFill/>
          </a:ln>
        </p:spPr>
      </p:pic>
      <p:pic>
        <p:nvPicPr>
          <p:cNvPr id="939" name="Google Shape;939;p43" title="inpaint_coastal_result.png"/>
          <p:cNvPicPr preferRelativeResize="0"/>
          <p:nvPr/>
        </p:nvPicPr>
        <p:blipFill>
          <a:blip r:embed="rId10">
            <a:alphaModFix/>
          </a:blip>
          <a:stretch>
            <a:fillRect/>
          </a:stretch>
        </p:blipFill>
        <p:spPr>
          <a:xfrm>
            <a:off x="4633325" y="1449650"/>
            <a:ext cx="3579756" cy="2684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Style Transfer — Visual examples</a:t>
            </a:r>
            <a:endParaRPr/>
          </a:p>
        </p:txBody>
      </p:sp>
      <p:pic>
        <p:nvPicPr>
          <p:cNvPr id="945" name="Google Shape;945;p44" title="style_portrait_original.jpg"/>
          <p:cNvPicPr preferRelativeResize="0"/>
          <p:nvPr/>
        </p:nvPicPr>
        <p:blipFill>
          <a:blip r:embed="rId3">
            <a:alphaModFix/>
          </a:blip>
          <a:stretch>
            <a:fillRect/>
          </a:stretch>
        </p:blipFill>
        <p:spPr>
          <a:xfrm>
            <a:off x="523800" y="975800"/>
            <a:ext cx="2585275" cy="1938950"/>
          </a:xfrm>
          <a:prstGeom prst="rect">
            <a:avLst/>
          </a:prstGeom>
          <a:noFill/>
          <a:ln>
            <a:noFill/>
          </a:ln>
        </p:spPr>
      </p:pic>
      <p:pic>
        <p:nvPicPr>
          <p:cNvPr id="946" name="Google Shape;946;p44" title="style_portrait_anime.jpg"/>
          <p:cNvPicPr preferRelativeResize="0"/>
          <p:nvPr/>
        </p:nvPicPr>
        <p:blipFill>
          <a:blip r:embed="rId4">
            <a:alphaModFix/>
          </a:blip>
          <a:stretch>
            <a:fillRect/>
          </a:stretch>
        </p:blipFill>
        <p:spPr>
          <a:xfrm>
            <a:off x="5376175" y="975800"/>
            <a:ext cx="2585275" cy="1938950"/>
          </a:xfrm>
          <a:prstGeom prst="rect">
            <a:avLst/>
          </a:prstGeom>
          <a:noFill/>
          <a:ln>
            <a:noFill/>
          </a:ln>
        </p:spPr>
      </p:pic>
      <p:sp>
        <p:nvSpPr>
          <p:cNvPr id="947" name="Google Shape;947;p44"/>
          <p:cNvSpPr txBox="1"/>
          <p:nvPr/>
        </p:nvSpPr>
        <p:spPr>
          <a:xfrm>
            <a:off x="3228925" y="1696725"/>
            <a:ext cx="19770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Hanken Grotesk"/>
                <a:ea typeface="Hanken Grotesk"/>
                <a:cs typeface="Hanken Grotesk"/>
                <a:sym typeface="Hanken Grotesk"/>
              </a:rPr>
              <a:t>SDXL img2img, str 0.6</a:t>
            </a:r>
            <a:endParaRPr sz="1200">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lang="en" sz="1200">
                <a:solidFill>
                  <a:schemeClr val="dk1"/>
                </a:solidFill>
                <a:latin typeface="Hanken Grotesk"/>
                <a:ea typeface="Hanken Grotesk"/>
                <a:cs typeface="Hanken Grotesk"/>
                <a:sym typeface="Hanken Grotesk"/>
              </a:rPr>
              <a:t>(Anime)</a:t>
            </a:r>
            <a:endParaRPr sz="1200">
              <a:solidFill>
                <a:schemeClr val="dk1"/>
              </a:solidFill>
              <a:latin typeface="Hanken Grotesk"/>
              <a:ea typeface="Hanken Grotesk"/>
              <a:cs typeface="Hanken Grotesk"/>
              <a:sym typeface="Hanken Grotesk"/>
            </a:endParaRPr>
          </a:p>
        </p:txBody>
      </p:sp>
      <p:pic>
        <p:nvPicPr>
          <p:cNvPr id="948" name="Google Shape;948;p44" title="style_landscape_original.jpg"/>
          <p:cNvPicPr preferRelativeResize="0"/>
          <p:nvPr/>
        </p:nvPicPr>
        <p:blipFill>
          <a:blip r:embed="rId5">
            <a:alphaModFix/>
          </a:blip>
          <a:stretch>
            <a:fillRect/>
          </a:stretch>
        </p:blipFill>
        <p:spPr>
          <a:xfrm>
            <a:off x="543800" y="975800"/>
            <a:ext cx="2565266" cy="1923949"/>
          </a:xfrm>
          <a:prstGeom prst="rect">
            <a:avLst/>
          </a:prstGeom>
          <a:noFill/>
          <a:ln>
            <a:noFill/>
          </a:ln>
        </p:spPr>
      </p:pic>
      <p:pic>
        <p:nvPicPr>
          <p:cNvPr id="949" name="Google Shape;949;p44" title="style_landscape_oil.jpg"/>
          <p:cNvPicPr preferRelativeResize="0"/>
          <p:nvPr/>
        </p:nvPicPr>
        <p:blipFill>
          <a:blip r:embed="rId6">
            <a:alphaModFix/>
          </a:blip>
          <a:stretch>
            <a:fillRect/>
          </a:stretch>
        </p:blipFill>
        <p:spPr>
          <a:xfrm>
            <a:off x="5376175" y="975800"/>
            <a:ext cx="2585275" cy="1923949"/>
          </a:xfrm>
          <a:prstGeom prst="rect">
            <a:avLst/>
          </a:prstGeom>
          <a:noFill/>
          <a:ln>
            <a:noFill/>
          </a:ln>
        </p:spPr>
      </p:pic>
      <p:sp>
        <p:nvSpPr>
          <p:cNvPr id="950" name="Google Shape;950;p44"/>
          <p:cNvSpPr txBox="1"/>
          <p:nvPr/>
        </p:nvSpPr>
        <p:spPr>
          <a:xfrm>
            <a:off x="3228925" y="2342050"/>
            <a:ext cx="1977000" cy="572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Hanken Grotesk"/>
                <a:ea typeface="Hanken Grotesk"/>
                <a:cs typeface="Hanken Grotesk"/>
                <a:sym typeface="Hanken Grotesk"/>
              </a:rPr>
              <a:t>SDXL img2img, str 0.6</a:t>
            </a:r>
            <a:endParaRPr sz="1200">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rPr lang="en" sz="1200">
                <a:solidFill>
                  <a:schemeClr val="dk1"/>
                </a:solidFill>
                <a:latin typeface="Hanken Grotesk"/>
                <a:ea typeface="Hanken Grotesk"/>
                <a:cs typeface="Hanken Grotesk"/>
                <a:sym typeface="Hanken Grotesk"/>
              </a:rPr>
              <a:t>(oil)</a:t>
            </a:r>
            <a:endParaRPr sz="1200">
              <a:solidFill>
                <a:schemeClr val="dk1"/>
              </a:solidFill>
              <a:latin typeface="Hanken Grotesk"/>
              <a:ea typeface="Hanken Grotesk"/>
              <a:cs typeface="Hanken Grotesk"/>
              <a:sym typeface="Hanken Grotes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Restoration— Visual examples</a:t>
            </a:r>
            <a:endParaRPr/>
          </a:p>
        </p:txBody>
      </p:sp>
      <p:pic>
        <p:nvPicPr>
          <p:cNvPr id="956" name="Google Shape;956;p45" title="restore_face04_original.png"/>
          <p:cNvPicPr preferRelativeResize="0"/>
          <p:nvPr/>
        </p:nvPicPr>
        <p:blipFill>
          <a:blip r:embed="rId3">
            <a:alphaModFix/>
          </a:blip>
          <a:stretch>
            <a:fillRect/>
          </a:stretch>
        </p:blipFill>
        <p:spPr>
          <a:xfrm>
            <a:off x="691550" y="1017725"/>
            <a:ext cx="2400349" cy="2400349"/>
          </a:xfrm>
          <a:prstGeom prst="rect">
            <a:avLst/>
          </a:prstGeom>
          <a:noFill/>
          <a:ln>
            <a:noFill/>
          </a:ln>
        </p:spPr>
      </p:pic>
      <p:pic>
        <p:nvPicPr>
          <p:cNvPr id="957" name="Google Shape;957;p45" title="restored_face_04.png"/>
          <p:cNvPicPr preferRelativeResize="0"/>
          <p:nvPr/>
        </p:nvPicPr>
        <p:blipFill>
          <a:blip r:embed="rId4">
            <a:alphaModFix/>
          </a:blip>
          <a:stretch>
            <a:fillRect/>
          </a:stretch>
        </p:blipFill>
        <p:spPr>
          <a:xfrm>
            <a:off x="4743625" y="1030100"/>
            <a:ext cx="2375598" cy="2375598"/>
          </a:xfrm>
          <a:prstGeom prst="rect">
            <a:avLst/>
          </a:prstGeom>
          <a:noFill/>
          <a:ln>
            <a:noFill/>
          </a:ln>
        </p:spPr>
      </p:pic>
      <p:sp>
        <p:nvSpPr>
          <p:cNvPr id="958" name="Google Shape;958;p45"/>
          <p:cNvSpPr txBox="1"/>
          <p:nvPr/>
        </p:nvSpPr>
        <p:spPr>
          <a:xfrm>
            <a:off x="1449725" y="3570375"/>
            <a:ext cx="5445300" cy="3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Hanken Grotesk"/>
                <a:ea typeface="Hanken Grotesk"/>
                <a:cs typeface="Hanken Grotesk"/>
                <a:sym typeface="Hanken Grotesk"/>
              </a:rPr>
              <a:t>CodeFormer fidelity 0.5 + Real-ESRGAN 4x</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Performance benchmarks</a:t>
            </a:r>
            <a:endParaRPr/>
          </a:p>
        </p:txBody>
      </p:sp>
      <p:graphicFrame>
        <p:nvGraphicFramePr>
          <p:cNvPr id="964" name="Google Shape;964;p46"/>
          <p:cNvGraphicFramePr/>
          <p:nvPr/>
        </p:nvGraphicFramePr>
        <p:xfrm>
          <a:off x="690063" y="1017735"/>
          <a:ext cx="3000000" cy="3000000"/>
        </p:xfrm>
        <a:graphic>
          <a:graphicData uri="http://schemas.openxmlformats.org/drawingml/2006/table">
            <a:tbl>
              <a:tblPr>
                <a:noFill/>
                <a:tableStyleId>{36249819-4351-48F2-AAB5-039C0532DF4C}</a:tableStyleId>
              </a:tblPr>
              <a:tblGrid>
                <a:gridCol w="987050"/>
                <a:gridCol w="3322300"/>
                <a:gridCol w="787425"/>
                <a:gridCol w="1652125"/>
              </a:tblGrid>
              <a:tr h="370325">
                <a:tc>
                  <a:txBody>
                    <a:bodyPr/>
                    <a:lstStyle/>
                    <a:p>
                      <a:pPr indent="0" lvl="0" marL="0" rtl="0" algn="ctr">
                        <a:spcBef>
                          <a:spcPts val="0"/>
                        </a:spcBef>
                        <a:spcAft>
                          <a:spcPts val="0"/>
                        </a:spcAft>
                        <a:buNone/>
                      </a:pPr>
                      <a:r>
                        <a:rPr lang="en" sz="1800">
                          <a:solidFill>
                            <a:schemeClr val="dk1"/>
                          </a:solidFill>
                          <a:latin typeface="Bebas Neue"/>
                          <a:ea typeface="Bebas Neue"/>
                          <a:cs typeface="Bebas Neue"/>
                          <a:sym typeface="Bebas Neue"/>
                        </a:rPr>
                        <a:t>task</a:t>
                      </a:r>
                      <a:endParaRPr sz="1800">
                        <a:solidFill>
                          <a:schemeClr val="dk1"/>
                        </a:solidFill>
                        <a:latin typeface="Bebas Neue"/>
                        <a:ea typeface="Bebas Neue"/>
                        <a:cs typeface="Bebas Neue"/>
                        <a:sym typeface="Bebas Neue"/>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800">
                          <a:solidFill>
                            <a:schemeClr val="dk1"/>
                          </a:solidFill>
                          <a:latin typeface="Bebas Neue"/>
                          <a:ea typeface="Bebas Neue"/>
                          <a:cs typeface="Bebas Neue"/>
                          <a:sym typeface="Bebas Neue"/>
                        </a:rPr>
                        <a:t>Model</a:t>
                      </a:r>
                      <a:endParaRPr sz="1800">
                        <a:solidFill>
                          <a:schemeClr val="dk1"/>
                        </a:solidFill>
                        <a:latin typeface="Bebas Neue"/>
                        <a:ea typeface="Bebas Neue"/>
                        <a:cs typeface="Bebas Neue"/>
                        <a:sym typeface="Bebas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800">
                          <a:solidFill>
                            <a:schemeClr val="dk1"/>
                          </a:solidFill>
                          <a:latin typeface="Bebas Neue"/>
                          <a:ea typeface="Bebas Neue"/>
                          <a:cs typeface="Bebas Neue"/>
                          <a:sym typeface="Bebas Neue"/>
                        </a:rPr>
                        <a:t>Time(s)</a:t>
                      </a:r>
                      <a:endParaRPr sz="1800">
                        <a:solidFill>
                          <a:schemeClr val="dk1"/>
                        </a:solidFill>
                        <a:latin typeface="Bebas Neue"/>
                        <a:ea typeface="Bebas Neue"/>
                        <a:cs typeface="Bebas Neue"/>
                        <a:sym typeface="Bebas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200">
                          <a:solidFill>
                            <a:schemeClr val="dk1"/>
                          </a:solidFill>
                          <a:latin typeface="Raleway"/>
                          <a:ea typeface="Raleway"/>
                          <a:cs typeface="Raleway"/>
                          <a:sym typeface="Raleway"/>
                        </a:rPr>
                        <a:t>VRAM(GB)</a:t>
                      </a:r>
                      <a:endParaRPr b="1" sz="1200">
                        <a:solidFill>
                          <a:schemeClr val="dk1"/>
                        </a:solidFill>
                        <a:latin typeface="Raleway"/>
                        <a:ea typeface="Raleway"/>
                        <a:cs typeface="Raleway"/>
                        <a:sym typeface="Raleway"/>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alpha val="7500"/>
                      </a:srgbClr>
                    </a:solidFill>
                  </a:tcPr>
                </a:tc>
              </a:tr>
              <a:tr h="412200">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Inpaint</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SD 1.5 Inpainting</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8-12 </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~5</a:t>
                      </a:r>
                      <a:endParaRPr sz="10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6725">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Inpaint</a:t>
                      </a:r>
                      <a:endParaRPr sz="1100">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SDXL Inpainting (4 bit)</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15-25</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~6</a:t>
                      </a:r>
                      <a:endParaRPr sz="10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0250">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Inpaint</a:t>
                      </a:r>
                      <a:endParaRPr sz="1100">
                        <a:solidFill>
                          <a:schemeClr val="dk1"/>
                        </a:solidFill>
                        <a:latin typeface="Hanken Grotesk"/>
                        <a:ea typeface="Hanken Grotesk"/>
                        <a:cs typeface="Hanken Grotesk"/>
                        <a:sym typeface="Hanken Grotesk"/>
                      </a:endParaRPr>
                    </a:p>
                    <a:p>
                      <a:pPr indent="0" lvl="0" marL="0" rtl="0" algn="ctr">
                        <a:spcBef>
                          <a:spcPts val="0"/>
                        </a:spcBef>
                        <a:spcAft>
                          <a:spcPts val="0"/>
                        </a:spcAft>
                        <a:buNone/>
                      </a:pPr>
                      <a:r>
                        <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Kandinsky 2.2</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10-15</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~7</a:t>
                      </a:r>
                      <a:endParaRPr sz="10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63750">
                <a:tc>
                  <a:txBody>
                    <a:bodyPr/>
                    <a:lstStyle/>
                    <a:p>
                      <a:pPr indent="0" lvl="0" marL="0" rtl="0" algn="ctr">
                        <a:spcBef>
                          <a:spcPts val="0"/>
                        </a:spcBef>
                        <a:spcAft>
                          <a:spcPts val="0"/>
                        </a:spcAft>
                        <a:buNone/>
                      </a:pPr>
                      <a:r>
                        <a:rPr b="1" lang="en" sz="1100">
                          <a:solidFill>
                            <a:schemeClr val="lt1"/>
                          </a:solidFill>
                          <a:latin typeface="Hanken Grotesk"/>
                          <a:ea typeface="Hanken Grotesk"/>
                          <a:cs typeface="Hanken Grotesk"/>
                          <a:sym typeface="Hanken Grotesk"/>
                        </a:rPr>
                        <a:t>Inpaint</a:t>
                      </a:r>
                      <a:endParaRPr b="1" sz="1100">
                        <a:solidFill>
                          <a:schemeClr val="lt1"/>
                        </a:solidFill>
                        <a:latin typeface="Hanken Grotesk"/>
                        <a:ea typeface="Hanken Grotesk"/>
                        <a:cs typeface="Hanken Grotesk"/>
                        <a:sym typeface="Hanken Grotesk"/>
                      </a:endParaRPr>
                    </a:p>
                    <a:p>
                      <a:pPr indent="0" lvl="0" marL="0" rtl="0" algn="ctr">
                        <a:spcBef>
                          <a:spcPts val="0"/>
                        </a:spcBef>
                        <a:spcAft>
                          <a:spcPts val="0"/>
                        </a:spcAft>
                        <a:buNone/>
                      </a:pPr>
                      <a:r>
                        <a:t/>
                      </a:r>
                      <a:endParaRPr b="1" sz="1100">
                        <a:solidFill>
                          <a:schemeClr val="lt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100">
                          <a:solidFill>
                            <a:schemeClr val="lt1"/>
                          </a:solidFill>
                          <a:latin typeface="Hanken Grotesk"/>
                          <a:ea typeface="Hanken Grotesk"/>
                          <a:cs typeface="Hanken Grotesk"/>
                          <a:sym typeface="Hanken Grotesk"/>
                        </a:rPr>
                        <a:t>FLUX.1 Fill(NF4)</a:t>
                      </a:r>
                      <a:endParaRPr b="1" sz="1100">
                        <a:solidFill>
                          <a:schemeClr val="lt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100">
                          <a:solidFill>
                            <a:schemeClr val="lt1"/>
                          </a:solidFill>
                          <a:latin typeface="Hanken Grotesk"/>
                          <a:ea typeface="Hanken Grotesk"/>
                          <a:cs typeface="Hanken Grotesk"/>
                          <a:sym typeface="Hanken Grotesk"/>
                        </a:rPr>
                        <a:t>30-50</a:t>
                      </a:r>
                      <a:endParaRPr b="1" sz="1100">
                        <a:solidFill>
                          <a:schemeClr val="lt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000">
                          <a:solidFill>
                            <a:schemeClr val="lt1"/>
                          </a:solidFill>
                          <a:latin typeface="Hanken Grotesk"/>
                          <a:ea typeface="Hanken Grotesk"/>
                          <a:cs typeface="Hanken Grotesk"/>
                          <a:sym typeface="Hanken Grotesk"/>
                        </a:rPr>
                        <a:t>~10</a:t>
                      </a:r>
                      <a:endParaRPr b="1" sz="1000">
                        <a:solidFill>
                          <a:schemeClr val="lt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20725">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Style</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SDXL img2img (4-bit)</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12-20</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~6</a:t>
                      </a:r>
                      <a:endParaRPr sz="10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468875">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Restore</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CodeFormer + ESRGAN 2x</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5-10</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~4</a:t>
                      </a:r>
                      <a:endParaRPr sz="10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553100">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Restore</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GFPGAN + ESRGAN 2x</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100">
                          <a:solidFill>
                            <a:schemeClr val="dk1"/>
                          </a:solidFill>
                          <a:latin typeface="Hanken Grotesk"/>
                          <a:ea typeface="Hanken Grotesk"/>
                          <a:cs typeface="Hanken Grotesk"/>
                          <a:sym typeface="Hanken Grotesk"/>
                        </a:rPr>
                        <a:t>3-8</a:t>
                      </a:r>
                      <a:endParaRPr sz="11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000">
                          <a:solidFill>
                            <a:schemeClr val="dk1"/>
                          </a:solidFill>
                          <a:latin typeface="Hanken Grotesk"/>
                          <a:ea typeface="Hanken Grotesk"/>
                          <a:cs typeface="Hanken Grotesk"/>
                          <a:sym typeface="Hanken Grotesk"/>
                        </a:rPr>
                        <a:t>~4</a:t>
                      </a:r>
                      <a:endParaRPr sz="1000">
                        <a:solidFill>
                          <a:schemeClr val="dk1"/>
                        </a:solidFill>
                        <a:latin typeface="Hanken Grotesk"/>
                        <a:ea typeface="Hanken Grotesk"/>
                        <a:cs typeface="Hanken Grotesk"/>
                        <a:sym typeface="Hanken Grotesk"/>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47"/>
          <p:cNvSpPr txBox="1"/>
          <p:nvPr>
            <p:ph type="title"/>
          </p:nvPr>
        </p:nvSpPr>
        <p:spPr>
          <a:xfrm>
            <a:off x="1136800" y="2325725"/>
            <a:ext cx="3653400" cy="98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Difficulties and </a:t>
            </a:r>
            <a:r>
              <a:rPr lang="en"/>
              <a:t>future</a:t>
            </a:r>
            <a:r>
              <a:rPr lang="en"/>
              <a:t> work</a:t>
            </a:r>
            <a:endParaRPr/>
          </a:p>
        </p:txBody>
      </p:sp>
      <p:sp>
        <p:nvSpPr>
          <p:cNvPr id="970" name="Google Shape;970;p47"/>
          <p:cNvSpPr txBox="1"/>
          <p:nvPr>
            <p:ph idx="2" type="title"/>
          </p:nvPr>
        </p:nvSpPr>
        <p:spPr>
          <a:xfrm>
            <a:off x="4790350" y="2279800"/>
            <a:ext cx="1343100" cy="98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971" name="Google Shape;971;p47"/>
          <p:cNvSpPr/>
          <p:nvPr/>
        </p:nvSpPr>
        <p:spPr>
          <a:xfrm rot="-5400000">
            <a:off x="689075" y="2684117"/>
            <a:ext cx="357300" cy="309016"/>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7"/>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973" name="Google Shape;973;p47"/>
          <p:cNvGrpSpPr/>
          <p:nvPr/>
        </p:nvGrpSpPr>
        <p:grpSpPr>
          <a:xfrm flipH="1" rot="10800000">
            <a:off x="7968643" y="3562070"/>
            <a:ext cx="681217" cy="3360485"/>
            <a:chOff x="1337800" y="-2525590"/>
            <a:chExt cx="1498167" cy="7390555"/>
          </a:xfrm>
        </p:grpSpPr>
        <p:cxnSp>
          <p:nvCxnSpPr>
            <p:cNvPr id="974" name="Google Shape;974;p47"/>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975" name="Google Shape;975;p47"/>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976" name="Google Shape;976;p4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7" name="Google Shape;977;p47"/>
          <p:cNvGrpSpPr/>
          <p:nvPr/>
        </p:nvGrpSpPr>
        <p:grpSpPr>
          <a:xfrm flipH="1" rot="-5400000">
            <a:off x="70043" y="-592705"/>
            <a:ext cx="681217" cy="3360485"/>
            <a:chOff x="1337800" y="-2525590"/>
            <a:chExt cx="1498167" cy="7390555"/>
          </a:xfrm>
        </p:grpSpPr>
        <p:cxnSp>
          <p:nvCxnSpPr>
            <p:cNvPr id="978" name="Google Shape;978;p47"/>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979" name="Google Shape;979;p47"/>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980" name="Google Shape;980;p47"/>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1" name="Google Shape;981;p47"/>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982" name="Google Shape;982;p47"/>
          <p:cNvGrpSpPr/>
          <p:nvPr/>
        </p:nvGrpSpPr>
        <p:grpSpPr>
          <a:xfrm>
            <a:off x="7221623" y="1260360"/>
            <a:ext cx="1160062" cy="523162"/>
            <a:chOff x="7221623" y="1260360"/>
            <a:chExt cx="1160062" cy="523162"/>
          </a:xfrm>
        </p:grpSpPr>
        <p:sp>
          <p:nvSpPr>
            <p:cNvPr id="983" name="Google Shape;983;p47"/>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7"/>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7"/>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Difficulties &amp; Learning Outcomes</a:t>
            </a:r>
            <a:endParaRPr/>
          </a:p>
        </p:txBody>
      </p:sp>
      <p:sp>
        <p:nvSpPr>
          <p:cNvPr id="991" name="Google Shape;991;p48"/>
          <p:cNvSpPr txBox="1"/>
          <p:nvPr/>
        </p:nvSpPr>
        <p:spPr>
          <a:xfrm>
            <a:off x="720000" y="1017725"/>
            <a:ext cx="3492600" cy="3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Hanken Grotesk"/>
                <a:ea typeface="Hanken Grotesk"/>
                <a:cs typeface="Hanken Grotesk"/>
                <a:sym typeface="Hanken Grotesk"/>
              </a:rPr>
              <a:t>Top 3 </a:t>
            </a:r>
            <a:r>
              <a:rPr lang="en" sz="1500">
                <a:solidFill>
                  <a:schemeClr val="dk1"/>
                </a:solidFill>
                <a:latin typeface="Hanken Grotesk"/>
                <a:ea typeface="Hanken Grotesk"/>
                <a:cs typeface="Hanken Grotesk"/>
                <a:sym typeface="Hanken Grotesk"/>
              </a:rPr>
              <a:t>Difficulties</a:t>
            </a:r>
            <a:r>
              <a:rPr lang="en" sz="1500">
                <a:solidFill>
                  <a:schemeClr val="dk1"/>
                </a:solidFill>
                <a:latin typeface="Hanken Grotesk"/>
                <a:ea typeface="Hanken Grotesk"/>
                <a:cs typeface="Hanken Grotesk"/>
                <a:sym typeface="Hanken Grotesk"/>
              </a:rPr>
              <a:t> Solved:</a:t>
            </a:r>
            <a:endParaRPr sz="15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500">
              <a:solidFill>
                <a:schemeClr val="dk1"/>
              </a:solidFill>
              <a:latin typeface="Hanken Grotesk"/>
              <a:ea typeface="Hanken Grotesk"/>
              <a:cs typeface="Hanken Grotesk"/>
              <a:sym typeface="Hanken Grotesk"/>
            </a:endParaRPr>
          </a:p>
          <a:p>
            <a:pPr indent="-323850" lvl="0" marL="4572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GPU Memory </a:t>
            </a:r>
            <a:endParaRPr sz="1500">
              <a:solidFill>
                <a:schemeClr val="dk1"/>
              </a:solidFill>
              <a:latin typeface="Hanken Grotesk"/>
              <a:ea typeface="Hanken Grotesk"/>
              <a:cs typeface="Hanken Grotesk"/>
              <a:sym typeface="Hanken Grotesk"/>
            </a:endParaRPr>
          </a:p>
          <a:p>
            <a:pPr indent="-323850" lvl="1" marL="9144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bitsandbytes NF4/INT8 + attention slicing + CPU offload</a:t>
            </a:r>
            <a:endParaRPr sz="1500">
              <a:solidFill>
                <a:schemeClr val="dk1"/>
              </a:solidFill>
              <a:latin typeface="Hanken Grotesk"/>
              <a:ea typeface="Hanken Grotesk"/>
              <a:cs typeface="Hanken Grotesk"/>
              <a:sym typeface="Hanken Grotesk"/>
            </a:endParaRPr>
          </a:p>
          <a:p>
            <a:pPr indent="-323850" lvl="0" marL="4572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Model loading latency (30 - 60s) </a:t>
            </a:r>
            <a:endParaRPr sz="1500">
              <a:solidFill>
                <a:schemeClr val="dk1"/>
              </a:solidFill>
              <a:latin typeface="Hanken Grotesk"/>
              <a:ea typeface="Hanken Grotesk"/>
              <a:cs typeface="Hanken Grotesk"/>
              <a:sym typeface="Hanken Grotesk"/>
            </a:endParaRPr>
          </a:p>
          <a:p>
            <a:pPr indent="-323850" lvl="1" marL="9144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In memory cache keyed by    (model, quant)</a:t>
            </a:r>
            <a:endParaRPr sz="1500">
              <a:solidFill>
                <a:schemeClr val="dk1"/>
              </a:solidFill>
              <a:latin typeface="Hanken Grotesk"/>
              <a:ea typeface="Hanken Grotesk"/>
              <a:cs typeface="Hanken Grotesk"/>
              <a:sym typeface="Hanken Grotesk"/>
            </a:endParaRPr>
          </a:p>
          <a:p>
            <a:pPr indent="-323850" lvl="0" marL="4572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Canvas coordinate-scaling</a:t>
            </a:r>
            <a:endParaRPr sz="1500">
              <a:solidFill>
                <a:schemeClr val="dk1"/>
              </a:solidFill>
              <a:latin typeface="Hanken Grotesk"/>
              <a:ea typeface="Hanken Grotesk"/>
              <a:cs typeface="Hanken Grotesk"/>
              <a:sym typeface="Hanken Grotesk"/>
            </a:endParaRPr>
          </a:p>
          <a:p>
            <a:pPr indent="-323850" lvl="1" marL="9144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Cavas scale factor  + Resizeobserver</a:t>
            </a:r>
            <a:endParaRPr sz="1500">
              <a:solidFill>
                <a:schemeClr val="dk1"/>
              </a:solidFill>
              <a:latin typeface="Hanken Grotesk"/>
              <a:ea typeface="Hanken Grotesk"/>
              <a:cs typeface="Hanken Grotesk"/>
              <a:sym typeface="Hanken Grotesk"/>
            </a:endParaRPr>
          </a:p>
        </p:txBody>
      </p:sp>
      <p:sp>
        <p:nvSpPr>
          <p:cNvPr id="992" name="Google Shape;992;p48"/>
          <p:cNvSpPr txBox="1"/>
          <p:nvPr/>
        </p:nvSpPr>
        <p:spPr>
          <a:xfrm>
            <a:off x="4856150" y="1147525"/>
            <a:ext cx="3492600" cy="3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Hanken Grotesk"/>
                <a:ea typeface="Hanken Grotesk"/>
                <a:cs typeface="Hanken Grotesk"/>
                <a:sym typeface="Hanken Grotesk"/>
              </a:rPr>
              <a:t>Key Learning Outcomes:</a:t>
            </a:r>
            <a:endParaRPr sz="1500">
              <a:solidFill>
                <a:schemeClr val="dk1"/>
              </a:solidFill>
              <a:latin typeface="Hanken Grotesk"/>
              <a:ea typeface="Hanken Grotesk"/>
              <a:cs typeface="Hanken Grotesk"/>
              <a:sym typeface="Hanken Grotesk"/>
            </a:endParaRPr>
          </a:p>
          <a:p>
            <a:pPr indent="-323850" lvl="0" marL="4572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Practical diffusion model inference</a:t>
            </a:r>
            <a:endParaRPr sz="15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500">
              <a:solidFill>
                <a:schemeClr val="dk1"/>
              </a:solidFill>
              <a:latin typeface="Hanken Grotesk"/>
              <a:ea typeface="Hanken Grotesk"/>
              <a:cs typeface="Hanken Grotesk"/>
              <a:sym typeface="Hanken Grotesk"/>
            </a:endParaRPr>
          </a:p>
          <a:p>
            <a:pPr indent="-323850" lvl="0" marL="4572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Quantisation engineering</a:t>
            </a:r>
            <a:endParaRPr sz="15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500">
              <a:solidFill>
                <a:schemeClr val="dk1"/>
              </a:solidFill>
              <a:latin typeface="Hanken Grotesk"/>
              <a:ea typeface="Hanken Grotesk"/>
              <a:cs typeface="Hanken Grotesk"/>
              <a:sym typeface="Hanken Grotesk"/>
            </a:endParaRPr>
          </a:p>
          <a:p>
            <a:pPr indent="-323850" lvl="0" marL="457200" rtl="0" algn="l">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Fullstack ML deployment</a:t>
            </a:r>
            <a:endParaRPr sz="1500">
              <a:solidFill>
                <a:schemeClr val="dk1"/>
              </a:solidFill>
              <a:latin typeface="Hanken Grotesk"/>
              <a:ea typeface="Hanken Grotesk"/>
              <a:cs typeface="Hanken Grotesk"/>
              <a:sym typeface="Hanken Grotesk"/>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Work</a:t>
            </a:r>
            <a:endParaRPr/>
          </a:p>
        </p:txBody>
      </p:sp>
      <p:sp>
        <p:nvSpPr>
          <p:cNvPr id="998" name="Google Shape;998;p49"/>
          <p:cNvSpPr/>
          <p:nvPr/>
        </p:nvSpPr>
        <p:spPr>
          <a:xfrm>
            <a:off x="1009100" y="1204925"/>
            <a:ext cx="2673300" cy="10092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Hanken Grotesk"/>
                <a:ea typeface="Hanken Grotesk"/>
                <a:cs typeface="Hanken Grotesk"/>
                <a:sym typeface="Hanken Grotesk"/>
              </a:rPr>
              <a:t>Text to image generation</a:t>
            </a:r>
            <a:endParaRPr>
              <a:solidFill>
                <a:schemeClr val="dk1"/>
              </a:solidFill>
              <a:latin typeface="Hanken Grotesk"/>
              <a:ea typeface="Hanken Grotesk"/>
              <a:cs typeface="Hanken Grotesk"/>
              <a:sym typeface="Hanken Grotesk"/>
            </a:endParaRPr>
          </a:p>
        </p:txBody>
      </p:sp>
      <p:sp>
        <p:nvSpPr>
          <p:cNvPr id="999" name="Google Shape;999;p49"/>
          <p:cNvSpPr/>
          <p:nvPr/>
        </p:nvSpPr>
        <p:spPr>
          <a:xfrm>
            <a:off x="4761200" y="1204925"/>
            <a:ext cx="2673300" cy="100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Hanken Grotesk"/>
                <a:ea typeface="Hanken Grotesk"/>
                <a:cs typeface="Hanken Grotesk"/>
                <a:sym typeface="Hanken Grotesk"/>
              </a:rPr>
              <a:t>User Auth + History</a:t>
            </a:r>
            <a:endParaRPr>
              <a:solidFill>
                <a:schemeClr val="dk1"/>
              </a:solidFill>
              <a:latin typeface="Hanken Grotesk"/>
              <a:ea typeface="Hanken Grotesk"/>
              <a:cs typeface="Hanken Grotesk"/>
              <a:sym typeface="Hanken Grotesk"/>
            </a:endParaRPr>
          </a:p>
        </p:txBody>
      </p:sp>
      <p:sp>
        <p:nvSpPr>
          <p:cNvPr id="1000" name="Google Shape;1000;p49"/>
          <p:cNvSpPr/>
          <p:nvPr/>
        </p:nvSpPr>
        <p:spPr>
          <a:xfrm>
            <a:off x="1009100" y="2824000"/>
            <a:ext cx="2673300" cy="1009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Hanken Grotesk"/>
                <a:ea typeface="Hanken Grotesk"/>
                <a:cs typeface="Hanken Grotesk"/>
                <a:sym typeface="Hanken Grotesk"/>
              </a:rPr>
              <a:t>Persistent deployment</a:t>
            </a:r>
            <a:endParaRPr>
              <a:solidFill>
                <a:schemeClr val="dk1"/>
              </a:solidFill>
              <a:latin typeface="Hanken Grotesk"/>
              <a:ea typeface="Hanken Grotesk"/>
              <a:cs typeface="Hanken Grotesk"/>
              <a:sym typeface="Hanken Grotesk"/>
            </a:endParaRPr>
          </a:p>
        </p:txBody>
      </p:sp>
      <p:sp>
        <p:nvSpPr>
          <p:cNvPr id="1001" name="Google Shape;1001;p49"/>
          <p:cNvSpPr/>
          <p:nvPr/>
        </p:nvSpPr>
        <p:spPr>
          <a:xfrm>
            <a:off x="4761200" y="2889625"/>
            <a:ext cx="2673300" cy="100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Hanken Grotesk"/>
                <a:ea typeface="Hanken Grotesk"/>
                <a:cs typeface="Hanken Grotesk"/>
                <a:sym typeface="Hanken Grotesk"/>
              </a:rPr>
              <a:t>ControlNet integration</a:t>
            </a:r>
            <a:endParaRPr>
              <a:solidFill>
                <a:schemeClr val="dk1"/>
              </a:solidFill>
              <a:latin typeface="Hanken Grotesk"/>
              <a:ea typeface="Hanken Grotesk"/>
              <a:cs typeface="Hanken Grotesk"/>
              <a:sym typeface="Hanken Grotesk"/>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50"/>
          <p:cNvSpPr/>
          <p:nvPr/>
        </p:nvSpPr>
        <p:spPr>
          <a:xfrm>
            <a:off x="7016375" y="-1615175"/>
            <a:ext cx="1633483" cy="5920031"/>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1007" name="Google Shape;1007;p50"/>
          <p:cNvGrpSpPr/>
          <p:nvPr/>
        </p:nvGrpSpPr>
        <p:grpSpPr>
          <a:xfrm flipH="1" rot="10800000">
            <a:off x="7968643" y="3562070"/>
            <a:ext cx="681217" cy="3360485"/>
            <a:chOff x="1337800" y="-2525590"/>
            <a:chExt cx="1498167" cy="7390555"/>
          </a:xfrm>
        </p:grpSpPr>
        <p:cxnSp>
          <p:nvCxnSpPr>
            <p:cNvPr id="1008" name="Google Shape;1008;p50"/>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1009" name="Google Shape;1009;p50"/>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1010" name="Google Shape;1010;p5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1" name="Google Shape;1011;p50"/>
          <p:cNvGrpSpPr/>
          <p:nvPr/>
        </p:nvGrpSpPr>
        <p:grpSpPr>
          <a:xfrm flipH="1" rot="-5400000">
            <a:off x="70043" y="-592705"/>
            <a:ext cx="681217" cy="3360485"/>
            <a:chOff x="1337800" y="-2525590"/>
            <a:chExt cx="1498167" cy="7390555"/>
          </a:xfrm>
        </p:grpSpPr>
        <p:cxnSp>
          <p:nvCxnSpPr>
            <p:cNvPr id="1012" name="Google Shape;1012;p50"/>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1013" name="Google Shape;1013;p50"/>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1014" name="Google Shape;1014;p5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5" name="Google Shape;1015;p50"/>
          <p:cNvSpPr/>
          <p:nvPr/>
        </p:nvSpPr>
        <p:spPr>
          <a:xfrm rot="-5400000">
            <a:off x="5572485" y="-2452153"/>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nvGrpSpPr>
          <p:cNvPr id="1016" name="Google Shape;1016;p50"/>
          <p:cNvGrpSpPr/>
          <p:nvPr/>
        </p:nvGrpSpPr>
        <p:grpSpPr>
          <a:xfrm>
            <a:off x="7221623" y="1260360"/>
            <a:ext cx="1160062" cy="523162"/>
            <a:chOff x="7221623" y="1260360"/>
            <a:chExt cx="1160062" cy="523162"/>
          </a:xfrm>
        </p:grpSpPr>
        <p:sp>
          <p:nvSpPr>
            <p:cNvPr id="1017" name="Google Shape;1017;p50"/>
            <p:cNvSpPr/>
            <p:nvPr/>
          </p:nvSpPr>
          <p:spPr>
            <a:xfrm rot="-5400000">
              <a:off x="8141200" y="105994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0"/>
            <p:cNvSpPr/>
            <p:nvPr/>
          </p:nvSpPr>
          <p:spPr>
            <a:xfrm rot="5400000">
              <a:off x="7437562" y="13203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0"/>
            <p:cNvSpPr/>
            <p:nvPr/>
          </p:nvSpPr>
          <p:spPr>
            <a:xfrm rot="-5400000">
              <a:off x="7930383" y="13322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0" name="Google Shape;1020;p50"/>
          <p:cNvSpPr txBox="1"/>
          <p:nvPr/>
        </p:nvSpPr>
        <p:spPr>
          <a:xfrm>
            <a:off x="1266350" y="1950450"/>
            <a:ext cx="6702300" cy="268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chemeClr val="dk1"/>
                </a:solidFill>
                <a:latin typeface="Hanken Grotesk"/>
                <a:ea typeface="Hanken Grotesk"/>
                <a:cs typeface="Hanken Grotesk"/>
                <a:sym typeface="Hanken Grotesk"/>
              </a:rPr>
              <a:t>Thank you !</a:t>
            </a:r>
            <a:endParaRPr b="1" sz="4000">
              <a:solidFill>
                <a:schemeClr val="dk1"/>
              </a:solidFill>
              <a:latin typeface="Hanken Grotesk"/>
              <a:ea typeface="Hanken Grotesk"/>
              <a:cs typeface="Hanken Grotesk"/>
              <a:sym typeface="Hanken Grotes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